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AD0E24-3B94-471B-9AA0-57DD9C90297C}" v="1" dt="2026-05-10T17:03:17.4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90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anna Puerchambud" userId="9ba02fe82d8607fb" providerId="LiveId" clId="{7EF0E25A-E0FF-4301-B77A-A6344A06029A}"/>
    <pc:docChg chg="undo custSel modSld">
      <pc:chgData name="Johanna Puerchambud" userId="9ba02fe82d8607fb" providerId="LiveId" clId="{7EF0E25A-E0FF-4301-B77A-A6344A06029A}" dt="2026-05-10T17:30:02.705" v="167" actId="20577"/>
      <pc:docMkLst>
        <pc:docMk/>
      </pc:docMkLst>
      <pc:sldChg chg="modSp mod">
        <pc:chgData name="Johanna Puerchambud" userId="9ba02fe82d8607fb" providerId="LiveId" clId="{7EF0E25A-E0FF-4301-B77A-A6344A06029A}" dt="2026-05-10T17:30:02.705" v="167" actId="20577"/>
        <pc:sldMkLst>
          <pc:docMk/>
          <pc:sldMk cId="0" sldId="256"/>
        </pc:sldMkLst>
        <pc:spChg chg="mod">
          <ac:chgData name="Johanna Puerchambud" userId="9ba02fe82d8607fb" providerId="LiveId" clId="{7EF0E25A-E0FF-4301-B77A-A6344A06029A}" dt="2026-05-10T17:30:02.705" v="167" actId="20577"/>
          <ac:spMkLst>
            <pc:docMk/>
            <pc:sldMk cId="0" sldId="256"/>
            <ac:spMk id="10" creationId="{00000000-0000-0000-0000-000000000000}"/>
          </ac:spMkLst>
        </pc:spChg>
      </pc:sldChg>
      <pc:sldChg chg="modSp mod">
        <pc:chgData name="Johanna Puerchambud" userId="9ba02fe82d8607fb" providerId="LiveId" clId="{7EF0E25A-E0FF-4301-B77A-A6344A06029A}" dt="2026-05-10T16:35:56.223" v="53" actId="1076"/>
        <pc:sldMkLst>
          <pc:docMk/>
          <pc:sldMk cId="0" sldId="257"/>
        </pc:sldMkLst>
        <pc:picChg chg="mod">
          <ac:chgData name="Johanna Puerchambud" userId="9ba02fe82d8607fb" providerId="LiveId" clId="{7EF0E25A-E0FF-4301-B77A-A6344A06029A}" dt="2026-05-10T16:35:56.223" v="53" actId="1076"/>
          <ac:picMkLst>
            <pc:docMk/>
            <pc:sldMk cId="0" sldId="257"/>
            <ac:picMk id="6" creationId="{00000000-0000-0000-0000-000000000000}"/>
          </ac:picMkLst>
        </pc:picChg>
      </pc:sldChg>
      <pc:sldChg chg="addSp delSp modSp mod">
        <pc:chgData name="Johanna Puerchambud" userId="9ba02fe82d8607fb" providerId="LiveId" clId="{7EF0E25A-E0FF-4301-B77A-A6344A06029A}" dt="2026-05-10T17:20:11.943" v="115" actId="14100"/>
        <pc:sldMkLst>
          <pc:docMk/>
          <pc:sldMk cId="0" sldId="261"/>
        </pc:sldMkLst>
        <pc:spChg chg="del">
          <ac:chgData name="Johanna Puerchambud" userId="9ba02fe82d8607fb" providerId="LiveId" clId="{7EF0E25A-E0FF-4301-B77A-A6344A06029A}" dt="2026-05-10T16:52:06.937" v="60" actId="478"/>
          <ac:spMkLst>
            <pc:docMk/>
            <pc:sldMk cId="0" sldId="261"/>
            <ac:spMk id="6" creationId="{00000000-0000-0000-0000-000000000000}"/>
          </ac:spMkLst>
        </pc:spChg>
        <pc:spChg chg="del">
          <ac:chgData name="Johanna Puerchambud" userId="9ba02fe82d8607fb" providerId="LiveId" clId="{7EF0E25A-E0FF-4301-B77A-A6344A06029A}" dt="2026-05-10T16:52:10.571" v="61" actId="478"/>
          <ac:spMkLst>
            <pc:docMk/>
            <pc:sldMk cId="0" sldId="261"/>
            <ac:spMk id="9" creationId="{00000000-0000-0000-0000-000000000000}"/>
          </ac:spMkLst>
        </pc:spChg>
        <pc:spChg chg="del">
          <ac:chgData name="Johanna Puerchambud" userId="9ba02fe82d8607fb" providerId="LiveId" clId="{7EF0E25A-E0FF-4301-B77A-A6344A06029A}" dt="2026-05-10T16:52:05.097" v="59" actId="478"/>
          <ac:spMkLst>
            <pc:docMk/>
            <pc:sldMk cId="0" sldId="261"/>
            <ac:spMk id="11" creationId="{00000000-0000-0000-0000-000000000000}"/>
          </ac:spMkLst>
        </pc:spChg>
        <pc:spChg chg="del">
          <ac:chgData name="Johanna Puerchambud" userId="9ba02fe82d8607fb" providerId="LiveId" clId="{7EF0E25A-E0FF-4301-B77A-A6344A06029A}" dt="2026-05-10T16:51:57.911" v="57" actId="478"/>
          <ac:spMkLst>
            <pc:docMk/>
            <pc:sldMk cId="0" sldId="261"/>
            <ac:spMk id="17" creationId="{00000000-0000-0000-0000-000000000000}"/>
          </ac:spMkLst>
        </pc:spChg>
        <pc:spChg chg="del">
          <ac:chgData name="Johanna Puerchambud" userId="9ba02fe82d8607fb" providerId="LiveId" clId="{7EF0E25A-E0FF-4301-B77A-A6344A06029A}" dt="2026-05-10T16:51:57.911" v="57" actId="478"/>
          <ac:spMkLst>
            <pc:docMk/>
            <pc:sldMk cId="0" sldId="261"/>
            <ac:spMk id="21" creationId="{00000000-0000-0000-0000-000000000000}"/>
          </ac:spMkLst>
        </pc:spChg>
        <pc:spChg chg="del">
          <ac:chgData name="Johanna Puerchambud" userId="9ba02fe82d8607fb" providerId="LiveId" clId="{7EF0E25A-E0FF-4301-B77A-A6344A06029A}" dt="2026-05-10T16:51:57.911" v="57" actId="478"/>
          <ac:spMkLst>
            <pc:docMk/>
            <pc:sldMk cId="0" sldId="261"/>
            <ac:spMk id="27" creationId="{00000000-0000-0000-0000-000000000000}"/>
          </ac:spMkLst>
        </pc:spChg>
        <pc:spChg chg="del">
          <ac:chgData name="Johanna Puerchambud" userId="9ba02fe82d8607fb" providerId="LiveId" clId="{7EF0E25A-E0FF-4301-B77A-A6344A06029A}" dt="2026-05-10T16:51:57.911" v="57" actId="478"/>
          <ac:spMkLst>
            <pc:docMk/>
            <pc:sldMk cId="0" sldId="261"/>
            <ac:spMk id="30" creationId="{00000000-0000-0000-0000-000000000000}"/>
          </ac:spMkLst>
        </pc:spChg>
        <pc:spChg chg="del">
          <ac:chgData name="Johanna Puerchambud" userId="9ba02fe82d8607fb" providerId="LiveId" clId="{7EF0E25A-E0FF-4301-B77A-A6344A06029A}" dt="2026-05-10T16:52:05.097" v="59" actId="478"/>
          <ac:spMkLst>
            <pc:docMk/>
            <pc:sldMk cId="0" sldId="261"/>
            <ac:spMk id="31" creationId="{00000000-0000-0000-0000-000000000000}"/>
          </ac:spMkLst>
        </pc:spChg>
        <pc:spChg chg="del">
          <ac:chgData name="Johanna Puerchambud" userId="9ba02fe82d8607fb" providerId="LiveId" clId="{7EF0E25A-E0FF-4301-B77A-A6344A06029A}" dt="2026-05-10T16:52:05.097" v="59" actId="478"/>
          <ac:spMkLst>
            <pc:docMk/>
            <pc:sldMk cId="0" sldId="261"/>
            <ac:spMk id="34" creationId="{00000000-0000-0000-0000-000000000000}"/>
          </ac:spMkLst>
        </pc:spChg>
        <pc:spChg chg="del">
          <ac:chgData name="Johanna Puerchambud" userId="9ba02fe82d8607fb" providerId="LiveId" clId="{7EF0E25A-E0FF-4301-B77A-A6344A06029A}" dt="2026-05-10T16:52:05.097" v="59" actId="478"/>
          <ac:spMkLst>
            <pc:docMk/>
            <pc:sldMk cId="0" sldId="261"/>
            <ac:spMk id="36" creationId="{00000000-0000-0000-0000-000000000000}"/>
          </ac:spMkLst>
        </pc:spChg>
        <pc:spChg chg="del">
          <ac:chgData name="Johanna Puerchambud" userId="9ba02fe82d8607fb" providerId="LiveId" clId="{7EF0E25A-E0FF-4301-B77A-A6344A06029A}" dt="2026-05-10T16:52:05.097" v="59" actId="478"/>
          <ac:spMkLst>
            <pc:docMk/>
            <pc:sldMk cId="0" sldId="261"/>
            <ac:spMk id="38" creationId="{00000000-0000-0000-0000-000000000000}"/>
          </ac:spMkLst>
        </pc:spChg>
        <pc:spChg chg="del">
          <ac:chgData name="Johanna Puerchambud" userId="9ba02fe82d8607fb" providerId="LiveId" clId="{7EF0E25A-E0FF-4301-B77A-A6344A06029A}" dt="2026-05-10T16:52:05.097" v="59" actId="478"/>
          <ac:spMkLst>
            <pc:docMk/>
            <pc:sldMk cId="0" sldId="261"/>
            <ac:spMk id="40" creationId="{00000000-0000-0000-0000-000000000000}"/>
          </ac:spMkLst>
        </pc:spChg>
        <pc:spChg chg="del">
          <ac:chgData name="Johanna Puerchambud" userId="9ba02fe82d8607fb" providerId="LiveId" clId="{7EF0E25A-E0FF-4301-B77A-A6344A06029A}" dt="2026-05-10T16:52:05.097" v="59" actId="478"/>
          <ac:spMkLst>
            <pc:docMk/>
            <pc:sldMk cId="0" sldId="261"/>
            <ac:spMk id="41" creationId="{00000000-0000-0000-0000-000000000000}"/>
          </ac:spMkLst>
        </pc:spChg>
        <pc:spChg chg="del">
          <ac:chgData name="Johanna Puerchambud" userId="9ba02fe82d8607fb" providerId="LiveId" clId="{7EF0E25A-E0FF-4301-B77A-A6344A06029A}" dt="2026-05-10T16:52:05.097" v="59" actId="478"/>
          <ac:spMkLst>
            <pc:docMk/>
            <pc:sldMk cId="0" sldId="261"/>
            <ac:spMk id="43" creationId="{00000000-0000-0000-0000-000000000000}"/>
          </ac:spMkLst>
        </pc:spChg>
        <pc:spChg chg="del">
          <ac:chgData name="Johanna Puerchambud" userId="9ba02fe82d8607fb" providerId="LiveId" clId="{7EF0E25A-E0FF-4301-B77A-A6344A06029A}" dt="2026-05-10T16:52:05.097" v="59" actId="478"/>
          <ac:spMkLst>
            <pc:docMk/>
            <pc:sldMk cId="0" sldId="261"/>
            <ac:spMk id="45" creationId="{00000000-0000-0000-0000-000000000000}"/>
          </ac:spMkLst>
        </pc:spChg>
        <pc:spChg chg="del">
          <ac:chgData name="Johanna Puerchambud" userId="9ba02fe82d8607fb" providerId="LiveId" clId="{7EF0E25A-E0FF-4301-B77A-A6344A06029A}" dt="2026-05-10T16:52:05.097" v="59" actId="478"/>
          <ac:spMkLst>
            <pc:docMk/>
            <pc:sldMk cId="0" sldId="261"/>
            <ac:spMk id="46" creationId="{00000000-0000-0000-0000-000000000000}"/>
          </ac:spMkLst>
        </pc:spChg>
        <pc:spChg chg="del">
          <ac:chgData name="Johanna Puerchambud" userId="9ba02fe82d8607fb" providerId="LiveId" clId="{7EF0E25A-E0FF-4301-B77A-A6344A06029A}" dt="2026-05-10T16:51:57.911" v="57" actId="478"/>
          <ac:spMkLst>
            <pc:docMk/>
            <pc:sldMk cId="0" sldId="261"/>
            <ac:spMk id="55" creationId="{00000000-0000-0000-0000-000000000000}"/>
          </ac:spMkLst>
        </pc:spChg>
        <pc:spChg chg="del">
          <ac:chgData name="Johanna Puerchambud" userId="9ba02fe82d8607fb" providerId="LiveId" clId="{7EF0E25A-E0FF-4301-B77A-A6344A06029A}" dt="2026-05-10T16:51:57.911" v="57" actId="478"/>
          <ac:spMkLst>
            <pc:docMk/>
            <pc:sldMk cId="0" sldId="261"/>
            <ac:spMk id="60" creationId="{00000000-0000-0000-0000-000000000000}"/>
          </ac:spMkLst>
        </pc:spChg>
        <pc:spChg chg="del">
          <ac:chgData name="Johanna Puerchambud" userId="9ba02fe82d8607fb" providerId="LiveId" clId="{7EF0E25A-E0FF-4301-B77A-A6344A06029A}" dt="2026-05-10T16:51:57.911" v="57" actId="478"/>
          <ac:spMkLst>
            <pc:docMk/>
            <pc:sldMk cId="0" sldId="261"/>
            <ac:spMk id="64" creationId="{00000000-0000-0000-0000-000000000000}"/>
          </ac:spMkLst>
        </pc:spChg>
        <pc:spChg chg="del">
          <ac:chgData name="Johanna Puerchambud" userId="9ba02fe82d8607fb" providerId="LiveId" clId="{7EF0E25A-E0FF-4301-B77A-A6344A06029A}" dt="2026-05-10T16:51:57.911" v="57" actId="478"/>
          <ac:spMkLst>
            <pc:docMk/>
            <pc:sldMk cId="0" sldId="261"/>
            <ac:spMk id="65" creationId="{00000000-0000-0000-0000-000000000000}"/>
          </ac:spMkLst>
        </pc:spChg>
        <pc:spChg chg="del">
          <ac:chgData name="Johanna Puerchambud" userId="9ba02fe82d8607fb" providerId="LiveId" clId="{7EF0E25A-E0FF-4301-B77A-A6344A06029A}" dt="2026-05-10T16:51:57.911" v="57" actId="478"/>
          <ac:spMkLst>
            <pc:docMk/>
            <pc:sldMk cId="0" sldId="261"/>
            <ac:spMk id="71" creationId="{00000000-0000-0000-0000-000000000000}"/>
          </ac:spMkLst>
        </pc:spChg>
        <pc:spChg chg="del">
          <ac:chgData name="Johanna Puerchambud" userId="9ba02fe82d8607fb" providerId="LiveId" clId="{7EF0E25A-E0FF-4301-B77A-A6344A06029A}" dt="2026-05-10T16:51:57.911" v="57" actId="478"/>
          <ac:spMkLst>
            <pc:docMk/>
            <pc:sldMk cId="0" sldId="261"/>
            <ac:spMk id="89" creationId="{00000000-0000-0000-0000-000000000000}"/>
          </ac:spMkLst>
        </pc:spChg>
        <pc:spChg chg="mod ord">
          <ac:chgData name="Johanna Puerchambud" userId="9ba02fe82d8607fb" providerId="LiveId" clId="{7EF0E25A-E0FF-4301-B77A-A6344A06029A}" dt="2026-05-10T17:02:21.338" v="94" actId="1076"/>
          <ac:spMkLst>
            <pc:docMk/>
            <pc:sldMk cId="0" sldId="261"/>
            <ac:spMk id="91" creationId="{00000000-0000-0000-0000-000000000000}"/>
          </ac:spMkLst>
        </pc:spChg>
        <pc:spChg chg="mod">
          <ac:chgData name="Johanna Puerchambud" userId="9ba02fe82d8607fb" providerId="LiveId" clId="{7EF0E25A-E0FF-4301-B77A-A6344A06029A}" dt="2026-05-10T17:02:53.860" v="100" actId="403"/>
          <ac:spMkLst>
            <pc:docMk/>
            <pc:sldMk cId="0" sldId="261"/>
            <ac:spMk id="92" creationId="{00000000-0000-0000-0000-000000000000}"/>
          </ac:spMkLst>
        </pc:spChg>
        <pc:spChg chg="mod">
          <ac:chgData name="Johanna Puerchambud" userId="9ba02fe82d8607fb" providerId="LiveId" clId="{7EF0E25A-E0FF-4301-B77A-A6344A06029A}" dt="2026-05-10T16:52:57.357" v="66" actId="1076"/>
          <ac:spMkLst>
            <pc:docMk/>
            <pc:sldMk cId="0" sldId="261"/>
            <ac:spMk id="93" creationId="{00000000-0000-0000-0000-000000000000}"/>
          </ac:spMkLst>
        </pc:spChg>
        <pc:spChg chg="mod">
          <ac:chgData name="Johanna Puerchambud" userId="9ba02fe82d8607fb" providerId="LiveId" clId="{7EF0E25A-E0FF-4301-B77A-A6344A06029A}" dt="2026-05-10T16:54:14.453" v="69" actId="1076"/>
          <ac:spMkLst>
            <pc:docMk/>
            <pc:sldMk cId="0" sldId="261"/>
            <ac:spMk id="94" creationId="{00000000-0000-0000-0000-000000000000}"/>
          </ac:spMkLst>
        </pc:spChg>
        <pc:spChg chg="mod">
          <ac:chgData name="Johanna Puerchambud" userId="9ba02fe82d8607fb" providerId="LiveId" clId="{7EF0E25A-E0FF-4301-B77A-A6344A06029A}" dt="2026-05-10T17:03:31.585" v="110" actId="403"/>
          <ac:spMkLst>
            <pc:docMk/>
            <pc:sldMk cId="0" sldId="261"/>
            <ac:spMk id="95" creationId="{00000000-0000-0000-0000-000000000000}"/>
          </ac:spMkLst>
        </pc:spChg>
        <pc:spChg chg="mod">
          <ac:chgData name="Johanna Puerchambud" userId="9ba02fe82d8607fb" providerId="LiveId" clId="{7EF0E25A-E0FF-4301-B77A-A6344A06029A}" dt="2026-05-10T16:54:14.453" v="69" actId="1076"/>
          <ac:spMkLst>
            <pc:docMk/>
            <pc:sldMk cId="0" sldId="261"/>
            <ac:spMk id="96" creationId="{00000000-0000-0000-0000-000000000000}"/>
          </ac:spMkLst>
        </pc:spChg>
        <pc:spChg chg="mod">
          <ac:chgData name="Johanna Puerchambud" userId="9ba02fe82d8607fb" providerId="LiveId" clId="{7EF0E25A-E0FF-4301-B77A-A6344A06029A}" dt="2026-05-10T16:54:35.101" v="71" actId="1076"/>
          <ac:spMkLst>
            <pc:docMk/>
            <pc:sldMk cId="0" sldId="261"/>
            <ac:spMk id="97" creationId="{00000000-0000-0000-0000-000000000000}"/>
          </ac:spMkLst>
        </pc:spChg>
        <pc:spChg chg="mod">
          <ac:chgData name="Johanna Puerchambud" userId="9ba02fe82d8607fb" providerId="LiveId" clId="{7EF0E25A-E0FF-4301-B77A-A6344A06029A}" dt="2026-05-10T16:54:35.101" v="71" actId="1076"/>
          <ac:spMkLst>
            <pc:docMk/>
            <pc:sldMk cId="0" sldId="261"/>
            <ac:spMk id="98" creationId="{00000000-0000-0000-0000-000000000000}"/>
          </ac:spMkLst>
        </pc:spChg>
        <pc:spChg chg="mod">
          <ac:chgData name="Johanna Puerchambud" userId="9ba02fe82d8607fb" providerId="LiveId" clId="{7EF0E25A-E0FF-4301-B77A-A6344A06029A}" dt="2026-05-10T16:54:35.101" v="71" actId="1076"/>
          <ac:spMkLst>
            <pc:docMk/>
            <pc:sldMk cId="0" sldId="261"/>
            <ac:spMk id="99" creationId="{00000000-0000-0000-0000-000000000000}"/>
          </ac:spMkLst>
        </pc:spChg>
        <pc:spChg chg="add del mod ord">
          <ac:chgData name="Johanna Puerchambud" userId="9ba02fe82d8607fb" providerId="LiveId" clId="{7EF0E25A-E0FF-4301-B77A-A6344A06029A}" dt="2026-05-10T17:02:14.264" v="93" actId="478"/>
          <ac:spMkLst>
            <pc:docMk/>
            <pc:sldMk cId="0" sldId="261"/>
            <ac:spMk id="102" creationId="{E4415C16-1833-0F44-C3EC-9FD3CB3509FE}"/>
          </ac:spMkLst>
        </pc:spChg>
        <pc:picChg chg="add del mod">
          <ac:chgData name="Johanna Puerchambud" userId="9ba02fe82d8607fb" providerId="LiveId" clId="{7EF0E25A-E0FF-4301-B77A-A6344A06029A}" dt="2026-05-10T17:19:59.256" v="112" actId="478"/>
          <ac:picMkLst>
            <pc:docMk/>
            <pc:sldMk cId="0" sldId="261"/>
            <ac:picMk id="101" creationId="{B88BC16B-28B0-2BE1-E21F-91D8B6A4F1D0}"/>
          </ac:picMkLst>
        </pc:picChg>
        <pc:picChg chg="add mod">
          <ac:chgData name="Johanna Puerchambud" userId="9ba02fe82d8607fb" providerId="LiveId" clId="{7EF0E25A-E0FF-4301-B77A-A6344A06029A}" dt="2026-05-10T17:20:11.943" v="115" actId="14100"/>
          <ac:picMkLst>
            <pc:docMk/>
            <pc:sldMk cId="0" sldId="261"/>
            <ac:picMk id="104" creationId="{BD3744CF-DD20-34DB-51AE-94C65097A76F}"/>
          </ac:picMkLst>
        </pc:picChg>
      </pc:sldChg>
      <pc:sldChg chg="addSp delSp modSp mod">
        <pc:chgData name="Johanna Puerchambud" userId="9ba02fe82d8607fb" providerId="LiveId" clId="{7EF0E25A-E0FF-4301-B77A-A6344A06029A}" dt="2026-05-10T17:25:52.181" v="148" actId="14100"/>
        <pc:sldMkLst>
          <pc:docMk/>
          <pc:sldMk cId="0" sldId="264"/>
        </pc:sldMkLst>
        <pc:spChg chg="del">
          <ac:chgData name="Johanna Puerchambud" userId="9ba02fe82d8607fb" providerId="LiveId" clId="{7EF0E25A-E0FF-4301-B77A-A6344A06029A}" dt="2026-05-10T17:22:45.369" v="116" actId="478"/>
          <ac:spMkLst>
            <pc:docMk/>
            <pc:sldMk cId="0" sldId="264"/>
            <ac:spMk id="11" creationId="{00000000-0000-0000-0000-000000000000}"/>
          </ac:spMkLst>
        </pc:spChg>
        <pc:spChg chg="del">
          <ac:chgData name="Johanna Puerchambud" userId="9ba02fe82d8607fb" providerId="LiveId" clId="{7EF0E25A-E0FF-4301-B77A-A6344A06029A}" dt="2026-05-10T17:22:45.369" v="116" actId="478"/>
          <ac:spMkLst>
            <pc:docMk/>
            <pc:sldMk cId="0" sldId="264"/>
            <ac:spMk id="12" creationId="{00000000-0000-0000-0000-000000000000}"/>
          </ac:spMkLst>
        </pc:spChg>
        <pc:spChg chg="del">
          <ac:chgData name="Johanna Puerchambud" userId="9ba02fe82d8607fb" providerId="LiveId" clId="{7EF0E25A-E0FF-4301-B77A-A6344A06029A}" dt="2026-05-10T17:22:45.369" v="116" actId="478"/>
          <ac:spMkLst>
            <pc:docMk/>
            <pc:sldMk cId="0" sldId="264"/>
            <ac:spMk id="15" creationId="{00000000-0000-0000-0000-000000000000}"/>
          </ac:spMkLst>
        </pc:spChg>
        <pc:spChg chg="del">
          <ac:chgData name="Johanna Puerchambud" userId="9ba02fe82d8607fb" providerId="LiveId" clId="{7EF0E25A-E0FF-4301-B77A-A6344A06029A}" dt="2026-05-10T17:22:45.369" v="116" actId="478"/>
          <ac:spMkLst>
            <pc:docMk/>
            <pc:sldMk cId="0" sldId="264"/>
            <ac:spMk id="17" creationId="{00000000-0000-0000-0000-000000000000}"/>
          </ac:spMkLst>
        </pc:spChg>
        <pc:spChg chg="del">
          <ac:chgData name="Johanna Puerchambud" userId="9ba02fe82d8607fb" providerId="LiveId" clId="{7EF0E25A-E0FF-4301-B77A-A6344A06029A}" dt="2026-05-10T17:22:45.369" v="116" actId="478"/>
          <ac:spMkLst>
            <pc:docMk/>
            <pc:sldMk cId="0" sldId="264"/>
            <ac:spMk id="19" creationId="{00000000-0000-0000-0000-000000000000}"/>
          </ac:spMkLst>
        </pc:spChg>
        <pc:spChg chg="del">
          <ac:chgData name="Johanna Puerchambud" userId="9ba02fe82d8607fb" providerId="LiveId" clId="{7EF0E25A-E0FF-4301-B77A-A6344A06029A}" dt="2026-05-10T17:22:45.369" v="116" actId="478"/>
          <ac:spMkLst>
            <pc:docMk/>
            <pc:sldMk cId="0" sldId="264"/>
            <ac:spMk id="21" creationId="{00000000-0000-0000-0000-000000000000}"/>
          </ac:spMkLst>
        </pc:spChg>
        <pc:spChg chg="del">
          <ac:chgData name="Johanna Puerchambud" userId="9ba02fe82d8607fb" providerId="LiveId" clId="{7EF0E25A-E0FF-4301-B77A-A6344A06029A}" dt="2026-05-10T17:22:45.369" v="116" actId="478"/>
          <ac:spMkLst>
            <pc:docMk/>
            <pc:sldMk cId="0" sldId="264"/>
            <ac:spMk id="22" creationId="{00000000-0000-0000-0000-000000000000}"/>
          </ac:spMkLst>
        </pc:spChg>
        <pc:spChg chg="del">
          <ac:chgData name="Johanna Puerchambud" userId="9ba02fe82d8607fb" providerId="LiveId" clId="{7EF0E25A-E0FF-4301-B77A-A6344A06029A}" dt="2026-05-10T17:22:45.369" v="116" actId="478"/>
          <ac:spMkLst>
            <pc:docMk/>
            <pc:sldMk cId="0" sldId="264"/>
            <ac:spMk id="30" creationId="{00000000-0000-0000-0000-000000000000}"/>
          </ac:spMkLst>
        </pc:spChg>
        <pc:spChg chg="del">
          <ac:chgData name="Johanna Puerchambud" userId="9ba02fe82d8607fb" providerId="LiveId" clId="{7EF0E25A-E0FF-4301-B77A-A6344A06029A}" dt="2026-05-10T17:22:45.369" v="116" actId="478"/>
          <ac:spMkLst>
            <pc:docMk/>
            <pc:sldMk cId="0" sldId="264"/>
            <ac:spMk id="31" creationId="{00000000-0000-0000-0000-000000000000}"/>
          </ac:spMkLst>
        </pc:spChg>
        <pc:spChg chg="del">
          <ac:chgData name="Johanna Puerchambud" userId="9ba02fe82d8607fb" providerId="LiveId" clId="{7EF0E25A-E0FF-4301-B77A-A6344A06029A}" dt="2026-05-10T17:22:45.369" v="116" actId="478"/>
          <ac:spMkLst>
            <pc:docMk/>
            <pc:sldMk cId="0" sldId="264"/>
            <ac:spMk id="32" creationId="{00000000-0000-0000-0000-000000000000}"/>
          </ac:spMkLst>
        </pc:spChg>
        <pc:spChg chg="mod">
          <ac:chgData name="Johanna Puerchambud" userId="9ba02fe82d8607fb" providerId="LiveId" clId="{7EF0E25A-E0FF-4301-B77A-A6344A06029A}" dt="2026-05-10T17:25:20.716" v="140" actId="1076"/>
          <ac:spMkLst>
            <pc:docMk/>
            <pc:sldMk cId="0" sldId="264"/>
            <ac:spMk id="33" creationId="{00000000-0000-0000-0000-000000000000}"/>
          </ac:spMkLst>
        </pc:spChg>
        <pc:spChg chg="mod">
          <ac:chgData name="Johanna Puerchambud" userId="9ba02fe82d8607fb" providerId="LiveId" clId="{7EF0E25A-E0FF-4301-B77A-A6344A06029A}" dt="2026-05-10T17:25:18.418" v="139" actId="1076"/>
          <ac:spMkLst>
            <pc:docMk/>
            <pc:sldMk cId="0" sldId="264"/>
            <ac:spMk id="34" creationId="{00000000-0000-0000-0000-000000000000}"/>
          </ac:spMkLst>
        </pc:spChg>
        <pc:picChg chg="add mod">
          <ac:chgData name="Johanna Puerchambud" userId="9ba02fe82d8607fb" providerId="LiveId" clId="{7EF0E25A-E0FF-4301-B77A-A6344A06029A}" dt="2026-05-10T17:25:52.181" v="148" actId="14100"/>
          <ac:picMkLst>
            <pc:docMk/>
            <pc:sldMk cId="0" sldId="264"/>
            <ac:picMk id="36" creationId="{E28EA270-9CC8-3C2F-7B93-249650EDFD66}"/>
          </ac:picMkLst>
        </pc:picChg>
      </pc:sldChg>
      <pc:sldChg chg="modSp mod">
        <pc:chgData name="Johanna Puerchambud" userId="9ba02fe82d8607fb" providerId="LiveId" clId="{7EF0E25A-E0FF-4301-B77A-A6344A06029A}" dt="2026-05-10T17:27:07.610" v="152" actId="1076"/>
        <pc:sldMkLst>
          <pc:docMk/>
          <pc:sldMk cId="0" sldId="267"/>
        </pc:sldMkLst>
        <pc:spChg chg="mod">
          <ac:chgData name="Johanna Puerchambud" userId="9ba02fe82d8607fb" providerId="LiveId" clId="{7EF0E25A-E0FF-4301-B77A-A6344A06029A}" dt="2026-05-10T17:27:07.610" v="152" actId="1076"/>
          <ac:spMkLst>
            <pc:docMk/>
            <pc:sldMk cId="0" sldId="267"/>
            <ac:spMk id="5" creationId="{00000000-0000-0000-0000-000000000000}"/>
          </ac:spMkLst>
        </pc:spChg>
        <pc:spChg chg="mod">
          <ac:chgData name="Johanna Puerchambud" userId="9ba02fe82d8607fb" providerId="LiveId" clId="{7EF0E25A-E0FF-4301-B77A-A6344A06029A}" dt="2026-05-10T17:27:07.610" v="152" actId="1076"/>
          <ac:spMkLst>
            <pc:docMk/>
            <pc:sldMk cId="0" sldId="267"/>
            <ac:spMk id="11" creationId="{00000000-0000-0000-0000-000000000000}"/>
          </ac:spMkLst>
        </pc:spChg>
        <pc:spChg chg="mod">
          <ac:chgData name="Johanna Puerchambud" userId="9ba02fe82d8607fb" providerId="LiveId" clId="{7EF0E25A-E0FF-4301-B77A-A6344A06029A}" dt="2026-05-10T17:27:07.610" v="152" actId="1076"/>
          <ac:spMkLst>
            <pc:docMk/>
            <pc:sldMk cId="0" sldId="267"/>
            <ac:spMk id="13" creationId="{00000000-0000-0000-0000-000000000000}"/>
          </ac:spMkLst>
        </pc:spChg>
        <pc:spChg chg="mod">
          <ac:chgData name="Johanna Puerchambud" userId="9ba02fe82d8607fb" providerId="LiveId" clId="{7EF0E25A-E0FF-4301-B77A-A6344A06029A}" dt="2026-05-10T17:27:07.610" v="152" actId="1076"/>
          <ac:spMkLst>
            <pc:docMk/>
            <pc:sldMk cId="0" sldId="267"/>
            <ac:spMk id="14" creationId="{00000000-0000-0000-0000-000000000000}"/>
          </ac:spMkLst>
        </pc:spChg>
        <pc:spChg chg="mod">
          <ac:chgData name="Johanna Puerchambud" userId="9ba02fe82d8607fb" providerId="LiveId" clId="{7EF0E25A-E0FF-4301-B77A-A6344A06029A}" dt="2026-05-10T17:27:07.610" v="152" actId="1076"/>
          <ac:spMkLst>
            <pc:docMk/>
            <pc:sldMk cId="0" sldId="267"/>
            <ac:spMk id="17" creationId="{00000000-0000-0000-0000-000000000000}"/>
          </ac:spMkLst>
        </pc:spChg>
        <pc:spChg chg="mod">
          <ac:chgData name="Johanna Puerchambud" userId="9ba02fe82d8607fb" providerId="LiveId" clId="{7EF0E25A-E0FF-4301-B77A-A6344A06029A}" dt="2026-05-10T17:27:07.610" v="152" actId="1076"/>
          <ac:spMkLst>
            <pc:docMk/>
            <pc:sldMk cId="0" sldId="267"/>
            <ac:spMk id="19" creationId="{00000000-0000-0000-0000-000000000000}"/>
          </ac:spMkLst>
        </pc:spChg>
        <pc:spChg chg="mod">
          <ac:chgData name="Johanna Puerchambud" userId="9ba02fe82d8607fb" providerId="LiveId" clId="{7EF0E25A-E0FF-4301-B77A-A6344A06029A}" dt="2026-05-10T17:27:07.610" v="152" actId="1076"/>
          <ac:spMkLst>
            <pc:docMk/>
            <pc:sldMk cId="0" sldId="267"/>
            <ac:spMk id="21" creationId="{00000000-0000-0000-0000-000000000000}"/>
          </ac:spMkLst>
        </pc:spChg>
        <pc:spChg chg="mod">
          <ac:chgData name="Johanna Puerchambud" userId="9ba02fe82d8607fb" providerId="LiveId" clId="{7EF0E25A-E0FF-4301-B77A-A6344A06029A}" dt="2026-05-10T17:27:07.610" v="152" actId="1076"/>
          <ac:spMkLst>
            <pc:docMk/>
            <pc:sldMk cId="0" sldId="267"/>
            <ac:spMk id="22" creationId="{00000000-0000-0000-0000-000000000000}"/>
          </ac:spMkLst>
        </pc:spChg>
        <pc:spChg chg="mod">
          <ac:chgData name="Johanna Puerchambud" userId="9ba02fe82d8607fb" providerId="LiveId" clId="{7EF0E25A-E0FF-4301-B77A-A6344A06029A}" dt="2026-05-10T17:27:07.610" v="152" actId="1076"/>
          <ac:spMkLst>
            <pc:docMk/>
            <pc:sldMk cId="0" sldId="267"/>
            <ac:spMk id="23" creationId="{00000000-0000-0000-0000-000000000000}"/>
          </ac:spMkLst>
        </pc:spChg>
        <pc:spChg chg="mod">
          <ac:chgData name="Johanna Puerchambud" userId="9ba02fe82d8607fb" providerId="LiveId" clId="{7EF0E25A-E0FF-4301-B77A-A6344A06029A}" dt="2026-05-10T17:27:07.610" v="152" actId="1076"/>
          <ac:spMkLst>
            <pc:docMk/>
            <pc:sldMk cId="0" sldId="267"/>
            <ac:spMk id="27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Costo por producto ($)</c:v>
                </c:pt>
              </c:strCache>
            </c:strRef>
          </c:tx>
          <c:spPr>
            <a:solidFill>
              <a:srgbClr val="CC4444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C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6AC-4AD1-BAC1-7753EC4572FE}"/>
              </c:ext>
            </c:extLst>
          </c:dPt>
          <c:dPt>
            <c:idx val="1"/>
            <c:invertIfNegative val="0"/>
            <c:bubble3D val="0"/>
            <c:spPr>
              <a:solidFill>
                <a:srgbClr val="CC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6AC-4AD1-BAC1-7753EC4572FE}"/>
              </c:ext>
            </c:extLst>
          </c:dPt>
          <c:dPt>
            <c:idx val="2"/>
            <c:invertIfNegative val="0"/>
            <c:bubble3D val="0"/>
            <c:spPr>
              <a:solidFill>
                <a:srgbClr val="CC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6AC-4AD1-BAC1-7753EC4572FE}"/>
              </c:ext>
            </c:extLst>
          </c:dPt>
          <c:dPt>
            <c:idx val="3"/>
            <c:invertIfNegative val="0"/>
            <c:bubble3D val="0"/>
            <c:spPr>
              <a:solidFill>
                <a:srgbClr val="CC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6AC-4AD1-BAC1-7753EC4572FE}"/>
              </c:ext>
            </c:extLst>
          </c:dPt>
          <c:dPt>
            <c:idx val="4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6AC-4AD1-BAC1-7753EC4572FE}"/>
              </c:ext>
            </c:extLst>
          </c:dPt>
          <c:dPt>
            <c:idx val="5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6AC-4AD1-BAC1-7753EC4572FE}"/>
              </c:ext>
            </c:extLst>
          </c:dPt>
          <c:dPt>
            <c:idx val="6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B6AC-4AD1-BAC1-7753EC4572FE}"/>
              </c:ext>
            </c:extLst>
          </c:dPt>
          <c:dPt>
            <c:idx val="7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B6AC-4AD1-BAC1-7753EC4572F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s-419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Trad. P1</c:v>
                </c:pt>
                <c:pt idx="1">
                  <c:v>Trad. P2</c:v>
                </c:pt>
                <c:pt idx="2">
                  <c:v>Trad. P3</c:v>
                </c:pt>
                <c:pt idx="3">
                  <c:v>Trad. P4</c:v>
                </c:pt>
                <c:pt idx="4">
                  <c:v>LPS P1*</c:v>
                </c:pt>
                <c:pt idx="5">
                  <c:v>LPS P2</c:v>
                </c:pt>
                <c:pt idx="6">
                  <c:v>LPS P3</c:v>
                </c:pt>
                <c:pt idx="7">
                  <c:v>LPS P4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4000</c:v>
                </c:pt>
                <c:pt idx="1">
                  <c:v>4000</c:v>
                </c:pt>
                <c:pt idx="2">
                  <c:v>4000</c:v>
                </c:pt>
                <c:pt idx="3">
                  <c:v>4000</c:v>
                </c:pt>
                <c:pt idx="4">
                  <c:v>9000</c:v>
                </c:pt>
                <c:pt idx="5">
                  <c:v>1500</c:v>
                </c:pt>
                <c:pt idx="6">
                  <c:v>1500</c:v>
                </c:pt>
                <c:pt idx="7">
                  <c:v>1500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B6AC-4AD1-BAC1-7753EC4572F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BBBB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00"/>
        </c:scaling>
        <c:delete val="0"/>
        <c:axPos val="l"/>
        <c:majorGridlines>
          <c:spPr>
            <a:ln w="6350" cap="flat">
              <a:solidFill>
                <a:srgbClr val="44444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BBBB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>
        <a:alpha val="500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5013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114800" cy="4114800"/>
          </a:xfrm>
          <a:prstGeom prst="ellipse">
            <a:avLst/>
          </a:prstGeom>
          <a:solidFill>
            <a:srgbClr val="B85042">
              <a:alpha val="40000"/>
            </a:srgbClr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3" name="Shape 1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A7BEAE">
              <a:alpha val="25000"/>
            </a:srgbClr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4" name="Shape 2"/>
          <p:cNvSpPr/>
          <p:nvPr/>
        </p:nvSpPr>
        <p:spPr>
          <a:xfrm>
            <a:off x="3657600" y="-457200"/>
            <a:ext cx="1828800" cy="182880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  <p:txBody>
          <a:bodyPr/>
          <a:lstStyle/>
          <a:p>
            <a:endParaRPr lang="es-419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47548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A7BEAE"/>
                </a:solidFill>
              </a:rPr>
              <a:t>FÁBRICA DE SOFTWARE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105156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Línea de Productos</a:t>
            </a:r>
            <a:endParaRPr lang="en-US" sz="4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Software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548640" y="27432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A7BEAE"/>
                </a:solidFill>
              </a:rPr>
              <a:t>Sistemas de Gestión de Restaurantes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3337560"/>
            <a:ext cx="3200400" cy="36576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10" name="Text 7"/>
          <p:cNvSpPr/>
          <p:nvPr/>
        </p:nvSpPr>
        <p:spPr>
          <a:xfrm>
            <a:off x="548640" y="3520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E8D1"/>
                </a:solidFill>
              </a:rPr>
              <a:t>Flores Luis, Pepinosa Hugo, Puerchambud Johanna</a:t>
            </a:r>
            <a:r>
              <a:rPr lang="en-US" sz="1300" dirty="0">
                <a:solidFill>
                  <a:srgbClr val="E7E8D1"/>
                </a:solidFill>
              </a:rPr>
              <a:t>   ·   Materia: Fábrica de Software   · 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457200"/>
            <a:ext cx="3200400" cy="3200400"/>
          </a:xfrm>
          <a:prstGeom prst="ellipse">
            <a:avLst/>
          </a:prstGeom>
          <a:solidFill>
            <a:srgbClr val="B85042">
              <a:alpha val="12000"/>
            </a:srgbClr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3" name="Shape 1"/>
          <p:cNvSpPr/>
          <p:nvPr/>
        </p:nvSpPr>
        <p:spPr>
          <a:xfrm>
            <a:off x="457200" y="365760"/>
            <a:ext cx="384048" cy="384048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657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</a:rPr>
              <a:t>El Problema</a:t>
            </a:r>
            <a:endParaRPr lang="en-US" sz="2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82296"/>
            <a:ext cx="786384" cy="7863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051560"/>
            <a:ext cx="4023360" cy="1234440"/>
          </a:xfrm>
          <a:prstGeom prst="rect">
            <a:avLst/>
          </a:prstGeom>
          <a:solidFill>
            <a:srgbClr val="F8F5F0"/>
          </a:solidFill>
          <a:ln w="12700">
            <a:solidFill>
              <a:srgbClr val="E0D8D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8" name="Shape 5"/>
          <p:cNvSpPr/>
          <p:nvPr/>
        </p:nvSpPr>
        <p:spPr>
          <a:xfrm>
            <a:off x="457200" y="1051560"/>
            <a:ext cx="54864" cy="123444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9" name="Text 6"/>
          <p:cNvSpPr/>
          <p:nvPr/>
        </p:nvSpPr>
        <p:spPr>
          <a:xfrm>
            <a:off x="603504" y="11612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Desarrollo desde cero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03504" y="1453896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5C6E"/>
                </a:solidFill>
              </a:rPr>
              <a:t>Cada sistema se construye sin reutilizar código ni arquitectura existente.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800600" y="1051560"/>
            <a:ext cx="4023360" cy="1234440"/>
          </a:xfrm>
          <a:prstGeom prst="rect">
            <a:avLst/>
          </a:prstGeom>
          <a:solidFill>
            <a:srgbClr val="F8F5F0"/>
          </a:solidFill>
          <a:ln w="12700">
            <a:solidFill>
              <a:srgbClr val="E0D8D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2" name="Shape 9"/>
          <p:cNvSpPr/>
          <p:nvPr/>
        </p:nvSpPr>
        <p:spPr>
          <a:xfrm>
            <a:off x="4800600" y="1051560"/>
            <a:ext cx="54864" cy="123444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13" name="Text 10"/>
          <p:cNvSpPr/>
          <p:nvPr/>
        </p:nvSpPr>
        <p:spPr>
          <a:xfrm>
            <a:off x="4946904" y="11612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Alto costo y tiempo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946904" y="1453896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5C6E"/>
                </a:solidFill>
              </a:rPr>
              <a:t>Equipos duplican esfuerzo en funciones ya implementadas en proyectos anteriores.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2468880"/>
            <a:ext cx="4023360" cy="1234440"/>
          </a:xfrm>
          <a:prstGeom prst="rect">
            <a:avLst/>
          </a:prstGeom>
          <a:solidFill>
            <a:srgbClr val="F8F5F0"/>
          </a:solidFill>
          <a:ln w="12700">
            <a:solidFill>
              <a:srgbClr val="E0D8D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6" name="Shape 13"/>
          <p:cNvSpPr/>
          <p:nvPr/>
        </p:nvSpPr>
        <p:spPr>
          <a:xfrm>
            <a:off x="457200" y="2468880"/>
            <a:ext cx="54864" cy="123444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17" name="Text 14"/>
          <p:cNvSpPr/>
          <p:nvPr/>
        </p:nvSpPr>
        <p:spPr>
          <a:xfrm>
            <a:off x="603504" y="25786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Poca reutilización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03504" y="2871216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5C6E"/>
                </a:solidFill>
              </a:rPr>
              <a:t>No existe un marco común que aproveche las similitudes entre productos.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800600" y="2468880"/>
            <a:ext cx="4023360" cy="1234440"/>
          </a:xfrm>
          <a:prstGeom prst="rect">
            <a:avLst/>
          </a:prstGeom>
          <a:solidFill>
            <a:srgbClr val="F8F5F0"/>
          </a:solidFill>
          <a:ln w="12700">
            <a:solidFill>
              <a:srgbClr val="E0D8D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20" name="Shape 17"/>
          <p:cNvSpPr/>
          <p:nvPr/>
        </p:nvSpPr>
        <p:spPr>
          <a:xfrm>
            <a:off x="4800600" y="2468880"/>
            <a:ext cx="54864" cy="123444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21" name="Text 18"/>
          <p:cNvSpPr/>
          <p:nvPr/>
        </p:nvSpPr>
        <p:spPr>
          <a:xfrm>
            <a:off x="4946904" y="25786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Difícil de escalar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946904" y="2871216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5C6E"/>
                </a:solidFill>
              </a:rPr>
              <a:t>Agregar un nuevo tipo de restaurante exige un nuevo proyecto completo.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B85042"/>
                </a:solidFill>
              </a:rPr>
              <a:t>Resultado: mayor costo, menor calidad y productos difíciles de mantener.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200400"/>
            <a:ext cx="3200400" cy="3200400"/>
          </a:xfrm>
          <a:prstGeom prst="ellipse">
            <a:avLst/>
          </a:prstGeom>
          <a:solidFill>
            <a:srgbClr val="A7BEAE">
              <a:alpha val="18000"/>
            </a:srgbClr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3" name="Shape 1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B85042">
              <a:alpha val="25000"/>
            </a:srgbClr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4" name="Shape 2"/>
          <p:cNvSpPr/>
          <p:nvPr/>
        </p:nvSpPr>
        <p:spPr>
          <a:xfrm>
            <a:off x="457200" y="365760"/>
            <a:ext cx="384048" cy="384048"/>
          </a:xfrm>
          <a:prstGeom prst="rect">
            <a:avLst/>
          </a:prstGeom>
          <a:solidFill>
            <a:srgbClr val="A7BEAE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</a:rPr>
              <a:t>02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36576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La Solución: LPS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7E8D1"/>
                </a:solidFill>
              </a:rPr>
              <a:t>Una Línea de Productos de Software permite desarrollar familias de sistemas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7E8D1"/>
                </a:solidFill>
              </a:rPr>
              <a:t>através de reutilización sistemática y variabilidad controlada.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4023360" cy="11887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A7BEA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176272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15568" y="1920240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Reutilización sistemática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15568" y="2249424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E8D1"/>
                </a:solidFill>
              </a:rPr>
              <a:t>Componentes comunes compartidos por todos los productos de la familia.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800600" y="1828800"/>
            <a:ext cx="4023360" cy="11887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A7BEA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2176272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58968" y="1920240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Variabilidad controlada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458968" y="2249424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E8D1"/>
                </a:solidFill>
              </a:rPr>
              <a:t>Features opcionales y XOR permiten configurar distintos tipos de sistema.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3200400"/>
            <a:ext cx="4023360" cy="11887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A7BEA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3547872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15568" y="3291840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Derivación automática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15568" y="3621024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E8D1"/>
                </a:solidFill>
              </a:rPr>
              <a:t>Cada configuración genera un producto válido sin modificar el código base.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800600" y="3200400"/>
            <a:ext cx="4023360" cy="11887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A7BEA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5192" y="3547872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58968" y="3291840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Reducción de costos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458968" y="3621024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E8D1"/>
                </a:solidFill>
              </a:rPr>
              <a:t>Break-even al 4° producto — la inversión inicial se recupera rápidamente.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1828800"/>
            <a:ext cx="2743200" cy="2743200"/>
          </a:xfrm>
          <a:prstGeom prst="ellipse">
            <a:avLst/>
          </a:prstGeom>
          <a:solidFill>
            <a:srgbClr val="A7BEAE">
              <a:alpha val="15000"/>
            </a:srgbClr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3" name="Shape 1"/>
          <p:cNvSpPr/>
          <p:nvPr/>
        </p:nvSpPr>
        <p:spPr>
          <a:xfrm>
            <a:off x="457200" y="365760"/>
            <a:ext cx="384048" cy="384048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6576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</a:rPr>
              <a:t>Dominio y Portafolio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5C6E"/>
                </a:solidFill>
              </a:rPr>
              <a:t>Dominio seleccionado: sistemas de gestión de restaurantes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2011680" cy="3200400"/>
          </a:xfrm>
          <a:prstGeom prst="rect">
            <a:avLst/>
          </a:prstGeom>
          <a:solidFill>
            <a:srgbClr val="F8F5F0"/>
          </a:solidFill>
          <a:ln w="12700">
            <a:solidFill>
              <a:srgbClr val="DDD8D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2011680" cy="82296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419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27632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38912" y="2331720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</a:rPr>
              <a:t>RestaurantBasic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38912" y="2724912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85042"/>
                </a:solidFill>
              </a:rPr>
              <a:t>Restaurante pequeño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3072384"/>
            <a:ext cx="1645920" cy="27432"/>
          </a:xfrm>
          <a:prstGeom prst="rect">
            <a:avLst/>
          </a:prstGeom>
          <a:solidFill>
            <a:srgbClr val="DDD8D0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13" name="Text 10"/>
          <p:cNvSpPr/>
          <p:nvPr/>
        </p:nvSpPr>
        <p:spPr>
          <a:xfrm>
            <a:off x="457200" y="31546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5C6E"/>
                </a:solidFill>
              </a:rPr>
              <a:t>Gestión básica de pedidos y menú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542032" y="1463040"/>
            <a:ext cx="2011680" cy="3200400"/>
          </a:xfrm>
          <a:prstGeom prst="rect">
            <a:avLst/>
          </a:prstGeom>
          <a:solidFill>
            <a:srgbClr val="F8F5F0"/>
          </a:solidFill>
          <a:ln w="12700">
            <a:solidFill>
              <a:srgbClr val="DDD8D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5" name="Shape 12"/>
          <p:cNvSpPr/>
          <p:nvPr/>
        </p:nvSpPr>
        <p:spPr>
          <a:xfrm>
            <a:off x="2542032" y="1463040"/>
            <a:ext cx="2011680" cy="8229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419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272" y="1627632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615184" y="2331720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</a:rPr>
              <a:t>CafePOS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2615184" y="2724912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</a:rPr>
              <a:t>Cafeterías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2724912" y="3072384"/>
            <a:ext cx="1645920" cy="27432"/>
          </a:xfrm>
          <a:prstGeom prst="rect">
            <a:avLst/>
          </a:prstGeom>
          <a:solidFill>
            <a:srgbClr val="DDD8D0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20" name="Text 16"/>
          <p:cNvSpPr/>
          <p:nvPr/>
        </p:nvSpPr>
        <p:spPr>
          <a:xfrm>
            <a:off x="2633472" y="31546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5C6E"/>
                </a:solidFill>
              </a:rPr>
              <a:t>Sistema rápido de ventas tipo caja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718304" y="1463040"/>
            <a:ext cx="2011680" cy="3200400"/>
          </a:xfrm>
          <a:prstGeom prst="rect">
            <a:avLst/>
          </a:prstGeom>
          <a:solidFill>
            <a:srgbClr val="F8F5F0"/>
          </a:solidFill>
          <a:ln w="12700">
            <a:solidFill>
              <a:srgbClr val="DDD8D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22" name="Shape 18"/>
          <p:cNvSpPr/>
          <p:nvPr/>
        </p:nvSpPr>
        <p:spPr>
          <a:xfrm>
            <a:off x="4718304" y="1463040"/>
            <a:ext cx="2011680" cy="822960"/>
          </a:xfrm>
          <a:prstGeom prst="rect">
            <a:avLst/>
          </a:prstGeom>
          <a:solidFill>
            <a:srgbClr val="C87941"/>
          </a:solidFill>
          <a:ln/>
        </p:spPr>
        <p:txBody>
          <a:bodyPr/>
          <a:lstStyle/>
          <a:p>
            <a:endParaRPr lang="es-419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5544" y="1627632"/>
            <a:ext cx="457200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791456" y="2331720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</a:rPr>
              <a:t>RestaurantDelivery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4791456" y="2724912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87941"/>
                </a:solidFill>
              </a:rPr>
              <a:t>Delivery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4901184" y="3072384"/>
            <a:ext cx="1645920" cy="27432"/>
          </a:xfrm>
          <a:prstGeom prst="rect">
            <a:avLst/>
          </a:prstGeom>
          <a:solidFill>
            <a:srgbClr val="DDD8D0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27" name="Text 22"/>
          <p:cNvSpPr/>
          <p:nvPr/>
        </p:nvSpPr>
        <p:spPr>
          <a:xfrm>
            <a:off x="4809744" y="31546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5C6E"/>
                </a:solidFill>
              </a:rPr>
              <a:t>Pedidos online y gestión de entregas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6894576" y="1463040"/>
            <a:ext cx="2011680" cy="3200400"/>
          </a:xfrm>
          <a:prstGeom prst="rect">
            <a:avLst/>
          </a:prstGeom>
          <a:solidFill>
            <a:srgbClr val="F8F5F0"/>
          </a:solidFill>
          <a:ln w="12700">
            <a:solidFill>
              <a:srgbClr val="DDD8D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29" name="Shape 24"/>
          <p:cNvSpPr/>
          <p:nvPr/>
        </p:nvSpPr>
        <p:spPr>
          <a:xfrm>
            <a:off x="6894576" y="1463040"/>
            <a:ext cx="2011680" cy="822960"/>
          </a:xfrm>
          <a:prstGeom prst="rect">
            <a:avLst/>
          </a:prstGeom>
          <a:solidFill>
            <a:srgbClr val="A7BEAE"/>
          </a:solidFill>
          <a:ln/>
        </p:spPr>
        <p:txBody>
          <a:bodyPr/>
          <a:lstStyle/>
          <a:p>
            <a:endParaRPr lang="es-419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1816" y="1627632"/>
            <a:ext cx="457200" cy="4572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967728" y="2331720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</a:rPr>
              <a:t>RestaurantChain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6967728" y="2724912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7BEAE"/>
                </a:solidFill>
              </a:rPr>
              <a:t>Cadenas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7077456" y="3072384"/>
            <a:ext cx="1645920" cy="27432"/>
          </a:xfrm>
          <a:prstGeom prst="rect">
            <a:avLst/>
          </a:prstGeom>
          <a:solidFill>
            <a:srgbClr val="DDD8D0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34" name="Text 28"/>
          <p:cNvSpPr/>
          <p:nvPr/>
        </p:nvSpPr>
        <p:spPr>
          <a:xfrm>
            <a:off x="6986016" y="31546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5C6E"/>
                </a:solidFill>
              </a:rPr>
              <a:t>Multi-sucursal e inventario central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B85042">
              <a:alpha val="12000"/>
            </a:srgbClr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3" name="Shape 1"/>
          <p:cNvSpPr/>
          <p:nvPr/>
        </p:nvSpPr>
        <p:spPr>
          <a:xfrm>
            <a:off x="457200" y="365760"/>
            <a:ext cx="384048" cy="384048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6576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</a:rPr>
              <a:t>Análisis CVA — Commonality &amp; Variability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3931920" cy="3520440"/>
          </a:xfrm>
          <a:prstGeom prst="rect">
            <a:avLst/>
          </a:prstGeom>
          <a:solidFill>
            <a:srgbClr val="F8F5F0"/>
          </a:solidFill>
          <a:ln w="12700">
            <a:solidFill>
              <a:srgbClr val="DDD8D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3931920" cy="4572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419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14984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99669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</a:rPr>
              <a:t>CARACTERÍSTICAS COMUNES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4360" y="14813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5C6E"/>
                </a:solidFill>
              </a:rPr>
              <a:t>Presentes en todos los productos de la LPS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66928" y="1801368"/>
            <a:ext cx="256032" cy="256032"/>
          </a:xfrm>
          <a:prstGeom prst="rect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12" name="Text 9"/>
          <p:cNvSpPr/>
          <p:nvPr/>
        </p:nvSpPr>
        <p:spPr>
          <a:xfrm>
            <a:off x="566928" y="18013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32688" y="180136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Authentication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487168" y="180136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5C6E"/>
                </a:solidFill>
              </a:rPr>
              <a:t>Inicio de sesión para todos los roles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66928" y="2313432"/>
            <a:ext cx="256032" cy="256032"/>
          </a:xfrm>
          <a:prstGeom prst="rect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16" name="Text 13"/>
          <p:cNvSpPr/>
          <p:nvPr/>
        </p:nvSpPr>
        <p:spPr>
          <a:xfrm>
            <a:off x="566928" y="2313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32688" y="23134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MenuManagement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487168" y="231343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5C6E"/>
                </a:solidFill>
              </a:rPr>
              <a:t>Gestión del catálogo de platos y precios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66928" y="2825496"/>
            <a:ext cx="256032" cy="256032"/>
          </a:xfrm>
          <a:prstGeom prst="rect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20" name="Text 17"/>
          <p:cNvSpPr/>
          <p:nvPr/>
        </p:nvSpPr>
        <p:spPr>
          <a:xfrm>
            <a:off x="566928" y="28254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932688" y="282549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OrderProcessing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2487168" y="282549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5C6E"/>
                </a:solidFill>
              </a:rPr>
              <a:t>Registro y seguimiento de pedidos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66928" y="3337560"/>
            <a:ext cx="256032" cy="256032"/>
          </a:xfrm>
          <a:prstGeom prst="rect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24" name="Text 21"/>
          <p:cNvSpPr/>
          <p:nvPr/>
        </p:nvSpPr>
        <p:spPr>
          <a:xfrm>
            <a:off x="566928" y="3337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932688" y="333756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Payment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2487168" y="33375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5C6E"/>
                </a:solidFill>
              </a:rPr>
              <a:t>Gestión de cobros y métodos de pago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66928" y="3849624"/>
            <a:ext cx="256032" cy="256032"/>
          </a:xfrm>
          <a:prstGeom prst="rect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28" name="Text 25"/>
          <p:cNvSpPr/>
          <p:nvPr/>
        </p:nvSpPr>
        <p:spPr>
          <a:xfrm>
            <a:off x="566928" y="38496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932688" y="384962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Reports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2487168" y="384962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5C6E"/>
                </a:solidFill>
              </a:rPr>
              <a:t>Reportes básicos de ventas y operaciones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663440" y="960120"/>
            <a:ext cx="4023360" cy="3520440"/>
          </a:xfrm>
          <a:prstGeom prst="rect">
            <a:avLst/>
          </a:prstGeom>
          <a:solidFill>
            <a:srgbClr val="F8F5F0"/>
          </a:solidFill>
          <a:ln w="12700">
            <a:solidFill>
              <a:srgbClr val="DDD8D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32" name="Shape 29"/>
          <p:cNvSpPr/>
          <p:nvPr/>
        </p:nvSpPr>
        <p:spPr>
          <a:xfrm>
            <a:off x="4663440" y="960120"/>
            <a:ext cx="4023360" cy="45720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419"/>
          </a:p>
        </p:txBody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014984"/>
            <a:ext cx="274320" cy="27432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5166360" y="99669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</a:rPr>
              <a:t>CARACTERÍSTICAS VARIABLES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4800600" y="14813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5C6E"/>
                </a:solidFill>
              </a:rPr>
              <a:t>Opcionales según el tipo de restaurante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4773168" y="1837944"/>
            <a:ext cx="219456" cy="219456"/>
          </a:xfrm>
          <a:prstGeom prst="rect">
            <a:avLst/>
          </a:prstGeom>
          <a:solidFill>
            <a:srgbClr val="B85042">
              <a:alpha val="80000"/>
            </a:srgbClr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37" name="Text 33"/>
          <p:cNvSpPr/>
          <p:nvPr/>
        </p:nvSpPr>
        <p:spPr>
          <a:xfrm>
            <a:off x="4773168" y="183794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○</a:t>
            </a:r>
            <a:endParaRPr lang="en-US" sz="1000" dirty="0"/>
          </a:p>
        </p:txBody>
      </p:sp>
      <p:sp>
        <p:nvSpPr>
          <p:cNvPr id="38" name="Text 34"/>
          <p:cNvSpPr/>
          <p:nvPr/>
        </p:nvSpPr>
        <p:spPr>
          <a:xfrm>
            <a:off x="5084064" y="18013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TableManagement</a:t>
            </a:r>
            <a:endParaRPr lang="en-US" sz="1100" dirty="0"/>
          </a:p>
        </p:txBody>
      </p:sp>
      <p:sp>
        <p:nvSpPr>
          <p:cNvPr id="39" name="Text 35"/>
          <p:cNvSpPr/>
          <p:nvPr/>
        </p:nvSpPr>
        <p:spPr>
          <a:xfrm>
            <a:off x="6949440" y="180136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5C6E"/>
                </a:solidFill>
              </a:rPr>
              <a:t>Basic, CafePOS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4773168" y="2167128"/>
            <a:ext cx="219456" cy="219456"/>
          </a:xfrm>
          <a:prstGeom prst="rect">
            <a:avLst/>
          </a:prstGeom>
          <a:solidFill>
            <a:srgbClr val="B85042">
              <a:alpha val="80000"/>
            </a:srgbClr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41" name="Text 37"/>
          <p:cNvSpPr/>
          <p:nvPr/>
        </p:nvSpPr>
        <p:spPr>
          <a:xfrm>
            <a:off x="4773168" y="21671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○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5084064" y="21305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Delivery</a:t>
            </a:r>
            <a:endParaRPr lang="en-US" sz="1100" dirty="0"/>
          </a:p>
        </p:txBody>
      </p:sp>
      <p:sp>
        <p:nvSpPr>
          <p:cNvPr id="43" name="Text 39"/>
          <p:cNvSpPr/>
          <p:nvPr/>
        </p:nvSpPr>
        <p:spPr>
          <a:xfrm>
            <a:off x="6949440" y="21305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5C6E"/>
                </a:solidFill>
              </a:rPr>
              <a:t>Delivery, Chain</a:t>
            </a:r>
            <a:endParaRPr lang="en-US" sz="1000" dirty="0"/>
          </a:p>
        </p:txBody>
      </p:sp>
      <p:sp>
        <p:nvSpPr>
          <p:cNvPr id="44" name="Shape 40"/>
          <p:cNvSpPr/>
          <p:nvPr/>
        </p:nvSpPr>
        <p:spPr>
          <a:xfrm>
            <a:off x="4773168" y="2496312"/>
            <a:ext cx="219456" cy="219456"/>
          </a:xfrm>
          <a:prstGeom prst="rect">
            <a:avLst/>
          </a:prstGeom>
          <a:solidFill>
            <a:srgbClr val="B85042">
              <a:alpha val="80000"/>
            </a:srgbClr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45" name="Text 41"/>
          <p:cNvSpPr/>
          <p:nvPr/>
        </p:nvSpPr>
        <p:spPr>
          <a:xfrm>
            <a:off x="4773168" y="24963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○</a:t>
            </a:r>
            <a:endParaRPr lang="en-US" sz="1000" dirty="0"/>
          </a:p>
        </p:txBody>
      </p:sp>
      <p:sp>
        <p:nvSpPr>
          <p:cNvPr id="46" name="Text 42"/>
          <p:cNvSpPr/>
          <p:nvPr/>
        </p:nvSpPr>
        <p:spPr>
          <a:xfrm>
            <a:off x="5084064" y="24597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OnlineOrdering</a:t>
            </a:r>
            <a:endParaRPr lang="en-US" sz="1100" dirty="0"/>
          </a:p>
        </p:txBody>
      </p:sp>
      <p:sp>
        <p:nvSpPr>
          <p:cNvPr id="47" name="Text 43"/>
          <p:cNvSpPr/>
          <p:nvPr/>
        </p:nvSpPr>
        <p:spPr>
          <a:xfrm>
            <a:off x="6949440" y="245973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5C6E"/>
                </a:solidFill>
              </a:rPr>
              <a:t>Delivery, Chain</a:t>
            </a:r>
            <a:endParaRPr lang="en-US" sz="1000" dirty="0"/>
          </a:p>
        </p:txBody>
      </p:sp>
      <p:sp>
        <p:nvSpPr>
          <p:cNvPr id="48" name="Shape 44"/>
          <p:cNvSpPr/>
          <p:nvPr/>
        </p:nvSpPr>
        <p:spPr>
          <a:xfrm>
            <a:off x="4773168" y="2825496"/>
            <a:ext cx="219456" cy="219456"/>
          </a:xfrm>
          <a:prstGeom prst="rect">
            <a:avLst/>
          </a:prstGeom>
          <a:solidFill>
            <a:srgbClr val="B85042">
              <a:alpha val="80000"/>
            </a:srgbClr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49" name="Text 45"/>
          <p:cNvSpPr/>
          <p:nvPr/>
        </p:nvSpPr>
        <p:spPr>
          <a:xfrm>
            <a:off x="4773168" y="28254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○</a:t>
            </a:r>
            <a:endParaRPr lang="en-US" sz="1000" dirty="0"/>
          </a:p>
        </p:txBody>
      </p:sp>
      <p:sp>
        <p:nvSpPr>
          <p:cNvPr id="50" name="Text 46"/>
          <p:cNvSpPr/>
          <p:nvPr/>
        </p:nvSpPr>
        <p:spPr>
          <a:xfrm>
            <a:off x="5084064" y="27889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Inventory</a:t>
            </a:r>
            <a:endParaRPr lang="en-US" sz="1100" dirty="0"/>
          </a:p>
        </p:txBody>
      </p:sp>
      <p:sp>
        <p:nvSpPr>
          <p:cNvPr id="51" name="Text 47"/>
          <p:cNvSpPr/>
          <p:nvPr/>
        </p:nvSpPr>
        <p:spPr>
          <a:xfrm>
            <a:off x="6949440" y="27889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5C6E"/>
                </a:solidFill>
              </a:rPr>
              <a:t>Chain</a:t>
            </a:r>
            <a:endParaRPr lang="en-US" sz="1000" dirty="0"/>
          </a:p>
        </p:txBody>
      </p:sp>
      <p:sp>
        <p:nvSpPr>
          <p:cNvPr id="52" name="Shape 48"/>
          <p:cNvSpPr/>
          <p:nvPr/>
        </p:nvSpPr>
        <p:spPr>
          <a:xfrm>
            <a:off x="4773168" y="3154680"/>
            <a:ext cx="219456" cy="219456"/>
          </a:xfrm>
          <a:prstGeom prst="rect">
            <a:avLst/>
          </a:prstGeom>
          <a:solidFill>
            <a:srgbClr val="B85042">
              <a:alpha val="80000"/>
            </a:srgbClr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53" name="Text 49"/>
          <p:cNvSpPr/>
          <p:nvPr/>
        </p:nvSpPr>
        <p:spPr>
          <a:xfrm>
            <a:off x="4773168" y="31546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○</a:t>
            </a:r>
            <a:endParaRPr lang="en-US" sz="1000" dirty="0"/>
          </a:p>
        </p:txBody>
      </p:sp>
      <p:sp>
        <p:nvSpPr>
          <p:cNvPr id="54" name="Text 50"/>
          <p:cNvSpPr/>
          <p:nvPr/>
        </p:nvSpPr>
        <p:spPr>
          <a:xfrm>
            <a:off x="5084064" y="311810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MultiBranch</a:t>
            </a:r>
            <a:endParaRPr lang="en-US" sz="1100" dirty="0"/>
          </a:p>
        </p:txBody>
      </p:sp>
      <p:sp>
        <p:nvSpPr>
          <p:cNvPr id="55" name="Text 51"/>
          <p:cNvSpPr/>
          <p:nvPr/>
        </p:nvSpPr>
        <p:spPr>
          <a:xfrm>
            <a:off x="6949440" y="311810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5C6E"/>
                </a:solidFill>
              </a:rPr>
              <a:t>Chain</a:t>
            </a:r>
            <a:endParaRPr lang="en-US" sz="1000" dirty="0"/>
          </a:p>
        </p:txBody>
      </p:sp>
      <p:sp>
        <p:nvSpPr>
          <p:cNvPr id="56" name="Shape 52"/>
          <p:cNvSpPr/>
          <p:nvPr/>
        </p:nvSpPr>
        <p:spPr>
          <a:xfrm>
            <a:off x="4773168" y="3483864"/>
            <a:ext cx="219456" cy="219456"/>
          </a:xfrm>
          <a:prstGeom prst="rect">
            <a:avLst/>
          </a:prstGeom>
          <a:solidFill>
            <a:srgbClr val="B85042">
              <a:alpha val="80000"/>
            </a:srgbClr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57" name="Text 53"/>
          <p:cNvSpPr/>
          <p:nvPr/>
        </p:nvSpPr>
        <p:spPr>
          <a:xfrm>
            <a:off x="4773168" y="348386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○</a:t>
            </a:r>
            <a:endParaRPr lang="en-US" sz="1000" dirty="0"/>
          </a:p>
        </p:txBody>
      </p:sp>
      <p:sp>
        <p:nvSpPr>
          <p:cNvPr id="58" name="Text 54"/>
          <p:cNvSpPr/>
          <p:nvPr/>
        </p:nvSpPr>
        <p:spPr>
          <a:xfrm>
            <a:off x="5084064" y="34472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Promotions</a:t>
            </a:r>
            <a:endParaRPr lang="en-US" sz="1100" dirty="0"/>
          </a:p>
        </p:txBody>
      </p:sp>
      <p:sp>
        <p:nvSpPr>
          <p:cNvPr id="59" name="Text 55"/>
          <p:cNvSpPr/>
          <p:nvPr/>
        </p:nvSpPr>
        <p:spPr>
          <a:xfrm>
            <a:off x="6949440" y="344728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5C6E"/>
                </a:solidFill>
              </a:rPr>
              <a:t>Delivery, Chain</a:t>
            </a:r>
            <a:endParaRPr lang="en-US" sz="1000" dirty="0"/>
          </a:p>
        </p:txBody>
      </p:sp>
      <p:sp>
        <p:nvSpPr>
          <p:cNvPr id="60" name="Shape 56"/>
          <p:cNvSpPr/>
          <p:nvPr/>
        </p:nvSpPr>
        <p:spPr>
          <a:xfrm>
            <a:off x="4773168" y="3813048"/>
            <a:ext cx="219456" cy="219456"/>
          </a:xfrm>
          <a:prstGeom prst="rect">
            <a:avLst/>
          </a:prstGeom>
          <a:solidFill>
            <a:srgbClr val="B85042">
              <a:alpha val="80000"/>
            </a:srgbClr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61" name="Text 57"/>
          <p:cNvSpPr/>
          <p:nvPr/>
        </p:nvSpPr>
        <p:spPr>
          <a:xfrm>
            <a:off x="4773168" y="38130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○</a:t>
            </a:r>
            <a:endParaRPr lang="en-US" sz="1000" dirty="0"/>
          </a:p>
        </p:txBody>
      </p:sp>
      <p:sp>
        <p:nvSpPr>
          <p:cNvPr id="62" name="Text 58"/>
          <p:cNvSpPr/>
          <p:nvPr/>
        </p:nvSpPr>
        <p:spPr>
          <a:xfrm>
            <a:off x="5084064" y="37764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Reservations</a:t>
            </a:r>
            <a:endParaRPr lang="en-US" sz="1100" dirty="0"/>
          </a:p>
        </p:txBody>
      </p:sp>
      <p:sp>
        <p:nvSpPr>
          <p:cNvPr id="63" name="Text 59"/>
          <p:cNvSpPr/>
          <p:nvPr/>
        </p:nvSpPr>
        <p:spPr>
          <a:xfrm>
            <a:off x="6949440" y="37764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5C6E"/>
                </a:solidFill>
              </a:rPr>
              <a:t>Basic, Chain</a:t>
            </a:r>
            <a:endParaRPr lang="en-US" sz="1000" dirty="0"/>
          </a:p>
        </p:txBody>
      </p:sp>
      <p:sp>
        <p:nvSpPr>
          <p:cNvPr id="64" name="Shape 60"/>
          <p:cNvSpPr/>
          <p:nvPr/>
        </p:nvSpPr>
        <p:spPr>
          <a:xfrm>
            <a:off x="4773168" y="4142232"/>
            <a:ext cx="219456" cy="219456"/>
          </a:xfrm>
          <a:prstGeom prst="rect">
            <a:avLst/>
          </a:prstGeom>
          <a:solidFill>
            <a:srgbClr val="B85042">
              <a:alpha val="80000"/>
            </a:srgbClr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65" name="Text 61"/>
          <p:cNvSpPr/>
          <p:nvPr/>
        </p:nvSpPr>
        <p:spPr>
          <a:xfrm>
            <a:off x="4773168" y="4142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○</a:t>
            </a:r>
            <a:endParaRPr lang="en-US" sz="1000" dirty="0"/>
          </a:p>
        </p:txBody>
      </p:sp>
      <p:sp>
        <p:nvSpPr>
          <p:cNvPr id="66" name="Text 62"/>
          <p:cNvSpPr/>
          <p:nvPr/>
        </p:nvSpPr>
        <p:spPr>
          <a:xfrm>
            <a:off x="5084064" y="410565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Notifications</a:t>
            </a:r>
            <a:endParaRPr lang="en-US" sz="1100" dirty="0"/>
          </a:p>
        </p:txBody>
      </p:sp>
      <p:sp>
        <p:nvSpPr>
          <p:cNvPr id="67" name="Text 63"/>
          <p:cNvSpPr/>
          <p:nvPr/>
        </p:nvSpPr>
        <p:spPr>
          <a:xfrm>
            <a:off x="6949440" y="410565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5C6E"/>
                </a:solidFill>
              </a:rPr>
              <a:t>Delivery</a:t>
            </a:r>
            <a:endParaRPr lang="en-US" sz="1000" dirty="0"/>
          </a:p>
        </p:txBody>
      </p:sp>
      <p:sp>
        <p:nvSpPr>
          <p:cNvPr id="68" name="Text 64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B85042"/>
                </a:solidFill>
              </a:rPr>
              <a:t>El análisis CVA es la base para construir el Feature Model de la LPS.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457200"/>
            <a:ext cx="3200400" cy="3200400"/>
          </a:xfrm>
          <a:prstGeom prst="ellipse">
            <a:avLst/>
          </a:prstGeom>
          <a:solidFill>
            <a:srgbClr val="028090">
              <a:alpha val="12000"/>
            </a:srgbClr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3" name="Shape 1"/>
          <p:cNvSpPr/>
          <p:nvPr/>
        </p:nvSpPr>
        <p:spPr>
          <a:xfrm>
            <a:off x="457200" y="365760"/>
            <a:ext cx="384048" cy="384048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6576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</a:rPr>
              <a:t>Feature Model — Estructura Lógica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749040" y="91440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RestaurantSystem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6637773" y="885389"/>
            <a:ext cx="329184" cy="21945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92" name="Text 90"/>
          <p:cNvSpPr/>
          <p:nvPr/>
        </p:nvSpPr>
        <p:spPr>
          <a:xfrm>
            <a:off x="6637773" y="870149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•</a:t>
            </a:r>
          </a:p>
        </p:txBody>
      </p:sp>
      <p:sp>
        <p:nvSpPr>
          <p:cNvPr id="93" name="Text 91"/>
          <p:cNvSpPr/>
          <p:nvPr/>
        </p:nvSpPr>
        <p:spPr>
          <a:xfrm>
            <a:off x="7021821" y="870149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5C6E"/>
                </a:solidFill>
              </a:rPr>
              <a:t>Mandatory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6637773" y="1857701"/>
            <a:ext cx="329184" cy="219456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95" name="Text 93"/>
          <p:cNvSpPr/>
          <p:nvPr/>
        </p:nvSpPr>
        <p:spPr>
          <a:xfrm>
            <a:off x="6637773" y="1857701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</a:rPr>
              <a:t>•</a:t>
            </a:r>
          </a:p>
        </p:txBody>
      </p:sp>
      <p:sp>
        <p:nvSpPr>
          <p:cNvPr id="96" name="Text 94"/>
          <p:cNvSpPr/>
          <p:nvPr/>
        </p:nvSpPr>
        <p:spPr>
          <a:xfrm>
            <a:off x="7021821" y="1857701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5C6E"/>
                </a:solidFill>
              </a:rPr>
              <a:t>Optional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6637773" y="2841507"/>
            <a:ext cx="329184" cy="219456"/>
          </a:xfrm>
          <a:prstGeom prst="rect">
            <a:avLst/>
          </a:prstGeom>
          <a:solidFill>
            <a:srgbClr val="C87941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98" name="Text 96"/>
          <p:cNvSpPr/>
          <p:nvPr/>
        </p:nvSpPr>
        <p:spPr>
          <a:xfrm>
            <a:off x="6637773" y="2841507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XOR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7021821" y="2841507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5C6E"/>
                </a:solidFill>
              </a:rPr>
              <a:t>Alternativo (XOR)</a:t>
            </a:r>
            <a:endParaRPr lang="en-US" sz="1000" dirty="0"/>
          </a:p>
        </p:txBody>
      </p:sp>
      <p:pic>
        <p:nvPicPr>
          <p:cNvPr id="104" name="Imagen 103">
            <a:extLst>
              <a:ext uri="{FF2B5EF4-FFF2-40B4-BE49-F238E27FC236}">
                <a16:creationId xmlns:a16="http://schemas.microsoft.com/office/drawing/2014/main" id="{BD3744CF-DD20-34DB-51AE-94C65097A7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571"/>
            <a:ext cx="5858693" cy="400016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2743200"/>
            <a:ext cx="2743200" cy="2743200"/>
          </a:xfrm>
          <a:prstGeom prst="ellipse">
            <a:avLst/>
          </a:prstGeom>
          <a:solidFill>
            <a:srgbClr val="B85042">
              <a:alpha val="12000"/>
            </a:srgbClr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3" name="Shape 1"/>
          <p:cNvSpPr/>
          <p:nvPr/>
        </p:nvSpPr>
        <p:spPr>
          <a:xfrm>
            <a:off x="457200" y="365760"/>
            <a:ext cx="384048" cy="384048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6576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</a:rPr>
              <a:t>Variabilidad y Cross-Tree Constraints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</a:rPr>
              <a:t>Mecanismos de variabilidad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4023360" cy="960120"/>
          </a:xfrm>
          <a:prstGeom prst="rect">
            <a:avLst/>
          </a:prstGeom>
          <a:solidFill>
            <a:srgbClr val="F8F5F0"/>
          </a:solidFill>
          <a:ln w="12700">
            <a:solidFill>
              <a:srgbClr val="DDD8D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54864" cy="9601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9" name="Text 7"/>
          <p:cNvSpPr/>
          <p:nvPr/>
        </p:nvSpPr>
        <p:spPr>
          <a:xfrm>
            <a:off x="621792" y="13990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Optional features [ 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167335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5C6E"/>
                </a:solidFill>
              </a:rPr>
              <a:t>Features que se incluyen o excluyen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C5C6E"/>
                </a:solidFill>
              </a:rPr>
              <a:t>según el tipo de restaurante.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4023360" cy="960120"/>
          </a:xfrm>
          <a:prstGeom prst="rect">
            <a:avLst/>
          </a:prstGeom>
          <a:solidFill>
            <a:srgbClr val="F8F5F0"/>
          </a:solidFill>
          <a:ln w="12700">
            <a:solidFill>
              <a:srgbClr val="DDD8D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54864" cy="9601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13" name="Text 11"/>
          <p:cNvSpPr/>
          <p:nvPr/>
        </p:nvSpPr>
        <p:spPr>
          <a:xfrm>
            <a:off x="621792" y="24963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Grupos XOR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" y="277063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5C6E"/>
                </a:solidFill>
              </a:rPr>
              <a:t>Un solo tipo de producto puede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C5C6E"/>
                </a:solidFill>
              </a:rPr>
              <a:t>seleccionarse por configuración.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520440"/>
            <a:ext cx="4023360" cy="960120"/>
          </a:xfrm>
          <a:prstGeom prst="rect">
            <a:avLst/>
          </a:prstGeom>
          <a:solidFill>
            <a:srgbClr val="F8F5F0"/>
          </a:solidFill>
          <a:ln w="12700">
            <a:solidFill>
              <a:srgbClr val="DDD8D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54864" cy="9601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17" name="Text 15"/>
          <p:cNvSpPr/>
          <p:nvPr/>
        </p:nvSpPr>
        <p:spPr>
          <a:xfrm>
            <a:off x="621792" y="35935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Feature flags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" y="386791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5C6E"/>
                </a:solidFill>
              </a:rPr>
              <a:t>Módulos habilitados/deshabilitados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C5C6E"/>
                </a:solidFill>
              </a:rPr>
              <a:t>en tiempo de despliegue.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9144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</a:rPr>
              <a:t>Cross-tree constraints (≥5)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63440" y="1298448"/>
            <a:ext cx="4206240" cy="3145536"/>
          </a:xfrm>
          <a:prstGeom prst="rect">
            <a:avLst/>
          </a:prstGeom>
          <a:solidFill>
            <a:srgbClr val="1A1A2E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21" name="Text 19"/>
          <p:cNvSpPr/>
          <p:nvPr/>
        </p:nvSpPr>
        <p:spPr>
          <a:xfrm>
            <a:off x="4800600" y="142646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7BE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RestaurantDelivery</a:t>
            </a:r>
            <a:r>
              <a:rPr lang="en-US" sz="10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r>
              <a:rPr lang="en-US" sz="1050" dirty="0">
                <a:solidFill>
                  <a:srgbClr val="FAC7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Delivery AND OnlineOrdering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00600" y="19202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7BE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RestaurantChain</a:t>
            </a:r>
            <a:r>
              <a:rPr lang="en-US" sz="10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r>
              <a:rPr lang="en-US" sz="1050" dirty="0">
                <a:solidFill>
                  <a:srgbClr val="FAC7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MultiBranch AND Inventory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00600" y="241401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7BE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CafePOS</a:t>
            </a:r>
            <a:r>
              <a:rPr lang="en-US" sz="10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r>
              <a:rPr lang="en-US" sz="1050" dirty="0">
                <a:solidFill>
                  <a:srgbClr val="FAC7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TableManagement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00600" y="29077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7BE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OnlineOrdering</a:t>
            </a:r>
            <a:r>
              <a:rPr lang="en-US" sz="10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r>
              <a:rPr lang="en-US" sz="1050" dirty="0">
                <a:solidFill>
                  <a:srgbClr val="FAC7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00600" y="34015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7BE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MultiBranch</a:t>
            </a:r>
            <a:r>
              <a:rPr lang="en-US" sz="10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r>
              <a:rPr lang="en-US" sz="1050" dirty="0">
                <a:solidFill>
                  <a:srgbClr val="FAC7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Inventory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00600" y="389534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7BE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RestaurantBasic</a:t>
            </a:r>
            <a:r>
              <a:rPr lang="en-US" sz="10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r>
              <a:rPr lang="en-US" sz="1050" dirty="0">
                <a:solidFill>
                  <a:srgbClr val="FAC7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MultiBranch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B85042"/>
                </a:solidFill>
              </a:rPr>
              <a:t>Las constraints evitan configuraciones inválidas y garantizan coherencia del negocio.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3200400" cy="3200400"/>
          </a:xfrm>
          <a:prstGeom prst="ellipse">
            <a:avLst/>
          </a:prstGeom>
          <a:solidFill>
            <a:srgbClr val="A7BEAE">
              <a:alpha val="15000"/>
            </a:srgbClr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3" name="Shape 1"/>
          <p:cNvSpPr/>
          <p:nvPr/>
        </p:nvSpPr>
        <p:spPr>
          <a:xfrm>
            <a:off x="457200" y="365760"/>
            <a:ext cx="384048" cy="384048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6576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</a:rPr>
              <a:t>Configuraciones Derivadas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2743200" cy="3977640"/>
          </a:xfrm>
          <a:prstGeom prst="rect">
            <a:avLst/>
          </a:prstGeom>
          <a:solidFill>
            <a:srgbClr val="F8F5F0"/>
          </a:solidFill>
          <a:ln w="12700">
            <a:solidFill>
              <a:srgbClr val="DDD8D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2743200" cy="5029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8" name="Text 6"/>
          <p:cNvSpPr/>
          <p:nvPr/>
        </p:nvSpPr>
        <p:spPr>
          <a:xfrm>
            <a:off x="393192" y="978408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RestaurantBasic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536192"/>
            <a:ext cx="219456" cy="219456"/>
          </a:xfrm>
          <a:prstGeom prst="rect">
            <a:avLst/>
          </a:prstGeom>
          <a:solidFill>
            <a:srgbClr val="028090">
              <a:alpha val="75000"/>
            </a:srgbClr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10" name="Text 8"/>
          <p:cNvSpPr/>
          <p:nvPr/>
        </p:nvSpPr>
        <p:spPr>
          <a:xfrm>
            <a:off x="457200" y="15361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40664" y="15361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Authentication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883664"/>
            <a:ext cx="219456" cy="219456"/>
          </a:xfrm>
          <a:prstGeom prst="rect">
            <a:avLst/>
          </a:prstGeom>
          <a:solidFill>
            <a:srgbClr val="028090">
              <a:alpha val="75000"/>
            </a:srgbClr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13" name="Text 11"/>
          <p:cNvSpPr/>
          <p:nvPr/>
        </p:nvSpPr>
        <p:spPr>
          <a:xfrm>
            <a:off x="457200" y="188366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40664" y="188366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MenuManagement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231136"/>
            <a:ext cx="219456" cy="219456"/>
          </a:xfrm>
          <a:prstGeom prst="rect">
            <a:avLst/>
          </a:prstGeom>
          <a:solidFill>
            <a:srgbClr val="028090">
              <a:alpha val="75000"/>
            </a:srgbClr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16" name="Text 14"/>
          <p:cNvSpPr/>
          <p:nvPr/>
        </p:nvSpPr>
        <p:spPr>
          <a:xfrm>
            <a:off x="457200" y="22311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40664" y="223113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OrderProcessing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578608"/>
            <a:ext cx="219456" cy="219456"/>
          </a:xfrm>
          <a:prstGeom prst="rect">
            <a:avLst/>
          </a:prstGeom>
          <a:solidFill>
            <a:srgbClr val="028090">
              <a:alpha val="75000"/>
            </a:srgbClr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19" name="Text 17"/>
          <p:cNvSpPr/>
          <p:nvPr/>
        </p:nvSpPr>
        <p:spPr>
          <a:xfrm>
            <a:off x="457200" y="25786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40664" y="257860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Payment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926080"/>
            <a:ext cx="219456" cy="219456"/>
          </a:xfrm>
          <a:prstGeom prst="rect">
            <a:avLst/>
          </a:prstGeom>
          <a:solidFill>
            <a:srgbClr val="028090">
              <a:alpha val="75000"/>
            </a:srgbClr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22" name="Text 20"/>
          <p:cNvSpPr/>
          <p:nvPr/>
        </p:nvSpPr>
        <p:spPr>
          <a:xfrm>
            <a:off x="457200" y="29260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0664" y="292608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Reports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273552"/>
            <a:ext cx="219456" cy="219456"/>
          </a:xfrm>
          <a:prstGeom prst="rect">
            <a:avLst/>
          </a:prstGeom>
          <a:solidFill>
            <a:srgbClr val="028090">
              <a:alpha val="75000"/>
            </a:srgbClr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25" name="Text 23"/>
          <p:cNvSpPr/>
          <p:nvPr/>
        </p:nvSpPr>
        <p:spPr>
          <a:xfrm>
            <a:off x="457200" y="32735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40664" y="327355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TableManagement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4425696"/>
            <a:ext cx="2743200" cy="512064"/>
          </a:xfrm>
          <a:prstGeom prst="rect">
            <a:avLst/>
          </a:prstGeom>
          <a:solidFill>
            <a:srgbClr val="028090">
              <a:alpha val="15000"/>
            </a:srgbClr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28" name="Text 26"/>
          <p:cNvSpPr/>
          <p:nvPr/>
        </p:nvSpPr>
        <p:spPr>
          <a:xfrm>
            <a:off x="393192" y="4425696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i="1" dirty="0">
                <a:solidFill>
                  <a:srgbClr val="1A1A2E"/>
                </a:solidFill>
              </a:rPr>
              <a:t>✔ Válida — sin delivery ni multi-sucursal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64408" y="960120"/>
            <a:ext cx="2743200" cy="3977640"/>
          </a:xfrm>
          <a:prstGeom prst="rect">
            <a:avLst/>
          </a:prstGeom>
          <a:solidFill>
            <a:srgbClr val="F8F5F0"/>
          </a:solidFill>
          <a:ln w="12700">
            <a:solidFill>
              <a:srgbClr val="DDD8D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30" name="Shape 28"/>
          <p:cNvSpPr/>
          <p:nvPr/>
        </p:nvSpPr>
        <p:spPr>
          <a:xfrm>
            <a:off x="3264408" y="960120"/>
            <a:ext cx="2743200" cy="50292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31" name="Text 29"/>
          <p:cNvSpPr/>
          <p:nvPr/>
        </p:nvSpPr>
        <p:spPr>
          <a:xfrm>
            <a:off x="3337560" y="978408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RestaurantDelivery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401568" y="1536192"/>
            <a:ext cx="219456" cy="219456"/>
          </a:xfrm>
          <a:prstGeom prst="rect">
            <a:avLst/>
          </a:prstGeom>
          <a:solidFill>
            <a:srgbClr val="B85042">
              <a:alpha val="75000"/>
            </a:srgbClr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33" name="Text 31"/>
          <p:cNvSpPr/>
          <p:nvPr/>
        </p:nvSpPr>
        <p:spPr>
          <a:xfrm>
            <a:off x="3401568" y="15361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85032" y="15361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Authentication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401568" y="1883664"/>
            <a:ext cx="219456" cy="219456"/>
          </a:xfrm>
          <a:prstGeom prst="rect">
            <a:avLst/>
          </a:prstGeom>
          <a:solidFill>
            <a:srgbClr val="B85042">
              <a:alpha val="75000"/>
            </a:srgbClr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36" name="Text 34"/>
          <p:cNvSpPr/>
          <p:nvPr/>
        </p:nvSpPr>
        <p:spPr>
          <a:xfrm>
            <a:off x="3401568" y="188366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685032" y="188366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MenuManagement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401568" y="2231136"/>
            <a:ext cx="219456" cy="219456"/>
          </a:xfrm>
          <a:prstGeom prst="rect">
            <a:avLst/>
          </a:prstGeom>
          <a:solidFill>
            <a:srgbClr val="B85042">
              <a:alpha val="75000"/>
            </a:srgbClr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39" name="Text 37"/>
          <p:cNvSpPr/>
          <p:nvPr/>
        </p:nvSpPr>
        <p:spPr>
          <a:xfrm>
            <a:off x="3401568" y="22311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85032" y="223113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OrderProcessing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401568" y="2578608"/>
            <a:ext cx="219456" cy="219456"/>
          </a:xfrm>
          <a:prstGeom prst="rect">
            <a:avLst/>
          </a:prstGeom>
          <a:solidFill>
            <a:srgbClr val="B85042">
              <a:alpha val="75000"/>
            </a:srgbClr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42" name="Text 40"/>
          <p:cNvSpPr/>
          <p:nvPr/>
        </p:nvSpPr>
        <p:spPr>
          <a:xfrm>
            <a:off x="3401568" y="25786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685032" y="257860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Payment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401568" y="2926080"/>
            <a:ext cx="219456" cy="219456"/>
          </a:xfrm>
          <a:prstGeom prst="rect">
            <a:avLst/>
          </a:prstGeom>
          <a:solidFill>
            <a:srgbClr val="B85042">
              <a:alpha val="75000"/>
            </a:srgbClr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45" name="Text 43"/>
          <p:cNvSpPr/>
          <p:nvPr/>
        </p:nvSpPr>
        <p:spPr>
          <a:xfrm>
            <a:off x="3401568" y="29260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685032" y="292608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Reports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401568" y="3273552"/>
            <a:ext cx="219456" cy="219456"/>
          </a:xfrm>
          <a:prstGeom prst="rect">
            <a:avLst/>
          </a:prstGeom>
          <a:solidFill>
            <a:srgbClr val="B85042">
              <a:alpha val="75000"/>
            </a:srgbClr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48" name="Text 46"/>
          <p:cNvSpPr/>
          <p:nvPr/>
        </p:nvSpPr>
        <p:spPr>
          <a:xfrm>
            <a:off x="3401568" y="32735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685032" y="327355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Delivery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401568" y="3621024"/>
            <a:ext cx="219456" cy="219456"/>
          </a:xfrm>
          <a:prstGeom prst="rect">
            <a:avLst/>
          </a:prstGeom>
          <a:solidFill>
            <a:srgbClr val="B85042">
              <a:alpha val="75000"/>
            </a:srgbClr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51" name="Text 49"/>
          <p:cNvSpPr/>
          <p:nvPr/>
        </p:nvSpPr>
        <p:spPr>
          <a:xfrm>
            <a:off x="3401568" y="36210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685032" y="362102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OnlineOrdering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401568" y="3968496"/>
            <a:ext cx="219456" cy="219456"/>
          </a:xfrm>
          <a:prstGeom prst="rect">
            <a:avLst/>
          </a:prstGeom>
          <a:solidFill>
            <a:srgbClr val="B85042">
              <a:alpha val="75000"/>
            </a:srgbClr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54" name="Text 52"/>
          <p:cNvSpPr/>
          <p:nvPr/>
        </p:nvSpPr>
        <p:spPr>
          <a:xfrm>
            <a:off x="3401568" y="39684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685032" y="396849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Notifications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3264408" y="4425696"/>
            <a:ext cx="2743200" cy="512064"/>
          </a:xfrm>
          <a:prstGeom prst="rect">
            <a:avLst/>
          </a:prstGeom>
          <a:solidFill>
            <a:srgbClr val="B85042">
              <a:alpha val="15000"/>
            </a:srgbClr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57" name="Text 55"/>
          <p:cNvSpPr/>
          <p:nvPr/>
        </p:nvSpPr>
        <p:spPr>
          <a:xfrm>
            <a:off x="3337560" y="4425696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i="1" dirty="0">
                <a:solidFill>
                  <a:srgbClr val="1A1A2E"/>
                </a:solidFill>
              </a:rPr>
              <a:t>✔ Válida — cumple constraints de delivery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208776" y="960120"/>
            <a:ext cx="2743200" cy="3977640"/>
          </a:xfrm>
          <a:prstGeom prst="rect">
            <a:avLst/>
          </a:prstGeom>
          <a:solidFill>
            <a:srgbClr val="F8F5F0"/>
          </a:solidFill>
          <a:ln w="12700">
            <a:solidFill>
              <a:srgbClr val="DDD8D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59" name="Shape 57"/>
          <p:cNvSpPr/>
          <p:nvPr/>
        </p:nvSpPr>
        <p:spPr>
          <a:xfrm>
            <a:off x="6208776" y="960120"/>
            <a:ext cx="2743200" cy="502920"/>
          </a:xfrm>
          <a:prstGeom prst="rect">
            <a:avLst/>
          </a:prstGeom>
          <a:solidFill>
            <a:srgbClr val="C87941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60" name="Text 58"/>
          <p:cNvSpPr/>
          <p:nvPr/>
        </p:nvSpPr>
        <p:spPr>
          <a:xfrm>
            <a:off x="6281928" y="978408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RestaurantChain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6345936" y="1536192"/>
            <a:ext cx="219456" cy="219456"/>
          </a:xfrm>
          <a:prstGeom prst="rect">
            <a:avLst/>
          </a:prstGeom>
          <a:solidFill>
            <a:srgbClr val="C87941">
              <a:alpha val="75000"/>
            </a:srgbClr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62" name="Text 60"/>
          <p:cNvSpPr/>
          <p:nvPr/>
        </p:nvSpPr>
        <p:spPr>
          <a:xfrm>
            <a:off x="6345936" y="15361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629400" y="15361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Authentication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6345936" y="1883664"/>
            <a:ext cx="219456" cy="219456"/>
          </a:xfrm>
          <a:prstGeom prst="rect">
            <a:avLst/>
          </a:prstGeom>
          <a:solidFill>
            <a:srgbClr val="C87941">
              <a:alpha val="75000"/>
            </a:srgbClr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65" name="Text 63"/>
          <p:cNvSpPr/>
          <p:nvPr/>
        </p:nvSpPr>
        <p:spPr>
          <a:xfrm>
            <a:off x="6345936" y="188366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6629400" y="188366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MenuManagement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6345936" y="2231136"/>
            <a:ext cx="219456" cy="219456"/>
          </a:xfrm>
          <a:prstGeom prst="rect">
            <a:avLst/>
          </a:prstGeom>
          <a:solidFill>
            <a:srgbClr val="C87941">
              <a:alpha val="75000"/>
            </a:srgbClr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68" name="Text 66"/>
          <p:cNvSpPr/>
          <p:nvPr/>
        </p:nvSpPr>
        <p:spPr>
          <a:xfrm>
            <a:off x="6345936" y="22311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6629400" y="223113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OrderProcessing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6345936" y="2578608"/>
            <a:ext cx="219456" cy="219456"/>
          </a:xfrm>
          <a:prstGeom prst="rect">
            <a:avLst/>
          </a:prstGeom>
          <a:solidFill>
            <a:srgbClr val="C87941">
              <a:alpha val="75000"/>
            </a:srgbClr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71" name="Text 69"/>
          <p:cNvSpPr/>
          <p:nvPr/>
        </p:nvSpPr>
        <p:spPr>
          <a:xfrm>
            <a:off x="6345936" y="25786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6629400" y="257860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Payment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6345936" y="2926080"/>
            <a:ext cx="219456" cy="219456"/>
          </a:xfrm>
          <a:prstGeom prst="rect">
            <a:avLst/>
          </a:prstGeom>
          <a:solidFill>
            <a:srgbClr val="C87941">
              <a:alpha val="75000"/>
            </a:srgbClr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74" name="Text 72"/>
          <p:cNvSpPr/>
          <p:nvPr/>
        </p:nvSpPr>
        <p:spPr>
          <a:xfrm>
            <a:off x="6345936" y="29260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6629400" y="292608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Reports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6345936" y="3273552"/>
            <a:ext cx="219456" cy="219456"/>
          </a:xfrm>
          <a:prstGeom prst="rect">
            <a:avLst/>
          </a:prstGeom>
          <a:solidFill>
            <a:srgbClr val="C87941">
              <a:alpha val="75000"/>
            </a:srgbClr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77" name="Text 75"/>
          <p:cNvSpPr/>
          <p:nvPr/>
        </p:nvSpPr>
        <p:spPr>
          <a:xfrm>
            <a:off x="6345936" y="32735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6629400" y="327355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Inventory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6345936" y="3621024"/>
            <a:ext cx="219456" cy="219456"/>
          </a:xfrm>
          <a:prstGeom prst="rect">
            <a:avLst/>
          </a:prstGeom>
          <a:solidFill>
            <a:srgbClr val="C87941">
              <a:alpha val="75000"/>
            </a:srgbClr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80" name="Text 78"/>
          <p:cNvSpPr/>
          <p:nvPr/>
        </p:nvSpPr>
        <p:spPr>
          <a:xfrm>
            <a:off x="6345936" y="36210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6629400" y="362102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MultiBranch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6345936" y="3968496"/>
            <a:ext cx="219456" cy="219456"/>
          </a:xfrm>
          <a:prstGeom prst="rect">
            <a:avLst/>
          </a:prstGeom>
          <a:solidFill>
            <a:srgbClr val="C87941">
              <a:alpha val="75000"/>
            </a:srgbClr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83" name="Text 81"/>
          <p:cNvSpPr/>
          <p:nvPr/>
        </p:nvSpPr>
        <p:spPr>
          <a:xfrm>
            <a:off x="6345936" y="39684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6629400" y="396849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Promotions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6208776" y="4425696"/>
            <a:ext cx="2743200" cy="512064"/>
          </a:xfrm>
          <a:prstGeom prst="rect">
            <a:avLst/>
          </a:prstGeom>
          <a:solidFill>
            <a:srgbClr val="C87941">
              <a:alpha val="15000"/>
            </a:srgbClr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86" name="Text 84"/>
          <p:cNvSpPr/>
          <p:nvPr/>
        </p:nvSpPr>
        <p:spPr>
          <a:xfrm>
            <a:off x="6281928" y="4425696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i="1" dirty="0">
                <a:solidFill>
                  <a:srgbClr val="1A1A2E"/>
                </a:solidFill>
              </a:rPr>
              <a:t>✔ Válida — cumple constraints de cadena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457200"/>
            <a:ext cx="3200400" cy="3200400"/>
          </a:xfrm>
          <a:prstGeom prst="ellipse">
            <a:avLst/>
          </a:prstGeom>
          <a:solidFill>
            <a:srgbClr val="028090">
              <a:alpha val="13000"/>
            </a:srgbClr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3" name="Shape 1"/>
          <p:cNvSpPr/>
          <p:nvPr/>
        </p:nvSpPr>
        <p:spPr>
          <a:xfrm>
            <a:off x="457200" y="365760"/>
            <a:ext cx="384048" cy="384048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6576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</a:rPr>
              <a:t>Arquitectura de Referencia — Modelo C4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457200" y="4343400"/>
            <a:ext cx="2197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Variation Points implementados: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464515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6E"/>
                </a:solidFill>
              </a:rPr>
              <a:t>Feature flags → Delivery, OnlineOrdering   |   </a:t>
            </a:r>
            <a:r>
              <a:rPr lang="en-US" sz="1100" dirty="0" err="1">
                <a:solidFill>
                  <a:srgbClr val="5C5C6E"/>
                </a:solidFill>
              </a:rPr>
              <a:t>Configuración</a:t>
            </a:r>
            <a:r>
              <a:rPr lang="en-US" sz="1100" dirty="0">
                <a:solidFill>
                  <a:srgbClr val="5C5C6E"/>
                </a:solidFill>
              </a:rPr>
              <a:t> → Inventory, MultiBranch   |   Strategy pattern → Promotions</a:t>
            </a:r>
            <a:endParaRPr lang="en-US" sz="1100" dirty="0"/>
          </a:p>
        </p:txBody>
      </p:sp>
      <p:pic>
        <p:nvPicPr>
          <p:cNvPr id="36" name="Imagen 35">
            <a:extLst>
              <a:ext uri="{FF2B5EF4-FFF2-40B4-BE49-F238E27FC236}">
                <a16:creationId xmlns:a16="http://schemas.microsoft.com/office/drawing/2014/main" id="{E28EA270-9CC8-3C2F-7B93-249650EDFD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0372" y="852609"/>
            <a:ext cx="3282405" cy="376511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3200400" cy="3200400"/>
          </a:xfrm>
          <a:prstGeom prst="ellipse">
            <a:avLst/>
          </a:prstGeom>
          <a:solidFill>
            <a:srgbClr val="C87941">
              <a:alpha val="20000"/>
            </a:srgbClr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3" name="Shape 1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A7BEAE">
              <a:alpha val="18000"/>
            </a:srgbClr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4" name="Shape 2"/>
          <p:cNvSpPr/>
          <p:nvPr/>
        </p:nvSpPr>
        <p:spPr>
          <a:xfrm>
            <a:off x="457200" y="365760"/>
            <a:ext cx="384048" cy="384048"/>
          </a:xfrm>
          <a:prstGeom prst="rect">
            <a:avLst/>
          </a:prstGeom>
          <a:solidFill>
            <a:srgbClr val="C87941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</a:rPr>
              <a:t>09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36576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Análisis de ROI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1965960" cy="18288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CC4444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8" name="Text 6"/>
          <p:cNvSpPr/>
          <p:nvPr/>
        </p:nvSpPr>
        <p:spPr>
          <a:xfrm>
            <a:off x="411480" y="1115568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C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$4,000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11480" y="19659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Desarrollo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tradicional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48716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7E8D1"/>
                </a:solidFill>
              </a:rPr>
              <a:t>por producto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87752" y="1005840"/>
            <a:ext cx="1965960" cy="18288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C8794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2" name="Text 10"/>
          <p:cNvSpPr/>
          <p:nvPr/>
        </p:nvSpPr>
        <p:spPr>
          <a:xfrm>
            <a:off x="2587752" y="1115568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879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$9,000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2587752" y="19659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Inversión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Domain Eng.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87752" y="248716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7E8D1"/>
                </a:solidFill>
              </a:rPr>
              <a:t>costo inicial LPS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64024" y="1005840"/>
            <a:ext cx="1965960" cy="18288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A7BEA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6" name="Text 14"/>
          <p:cNvSpPr/>
          <p:nvPr/>
        </p:nvSpPr>
        <p:spPr>
          <a:xfrm>
            <a:off x="4764024" y="1115568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A7BE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$1,500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4764024" y="19659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Costo con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LPS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64024" y="248716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7E8D1"/>
                </a:solidFill>
              </a:rPr>
              <a:t>por producto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40296" y="1005840"/>
            <a:ext cx="1965960" cy="18288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20" name="Text 18"/>
          <p:cNvSpPr/>
          <p:nvPr/>
        </p:nvSpPr>
        <p:spPr>
          <a:xfrm>
            <a:off x="6940296" y="1115568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 4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6940296" y="19659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Break-even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40296" y="248716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7E8D1"/>
                </a:solidFill>
              </a:rPr>
              <a:t>al 4° producto</a:t>
            </a:r>
            <a:endParaRPr lang="en-US" sz="100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457200" y="3017520"/>
          <a:ext cx="822960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2286000"/>
            <a:ext cx="3200400" cy="3200400"/>
          </a:xfrm>
          <a:prstGeom prst="ellipse">
            <a:avLst/>
          </a:prstGeom>
          <a:solidFill>
            <a:srgbClr val="028090">
              <a:alpha val="13000"/>
            </a:srgbClr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3" name="Shape 1"/>
          <p:cNvSpPr/>
          <p:nvPr/>
        </p:nvSpPr>
        <p:spPr>
          <a:xfrm>
            <a:off x="457200" y="365760"/>
            <a:ext cx="384048" cy="384048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6576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</a:rPr>
              <a:t>Configuration Knowledge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5C6E"/>
                </a:solidFill>
              </a:rPr>
              <a:t>Define qué componentes se incluyen o excluyen según las features seleccionadas,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5C6E"/>
                </a:solidFill>
              </a:rPr>
              <a:t>permitiendo derivar productos automáticamente.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81328"/>
          <a:ext cx="8229600" cy="32918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Archivos / Componentes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C5C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auth.service.js · login.ui · jwt.middleware.js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MenuManagement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C5C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menu.controller.js · menu.model.js · menu.ui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OrderProcessing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C5C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order.service.js · order.model.js · cart.ui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C5C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delivery.module.js · map.service.js · driver.ui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OnlineOrdering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C5C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online-order.ui · order-api.js · webhook.service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C5C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inventory.service.js · stock.model.js · alerts.ui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MultiBranch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C5C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branch.controller.js · sync.service.js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B85042">
              <a:alpha val="28000"/>
            </a:srgbClr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A7BEAE">
              <a:alpha val="22000"/>
            </a:srgbClr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4" name="Shape 2"/>
          <p:cNvSpPr/>
          <p:nvPr/>
        </p:nvSpPr>
        <p:spPr>
          <a:xfrm>
            <a:off x="457200" y="288642"/>
            <a:ext cx="384048" cy="384048"/>
          </a:xfrm>
          <a:prstGeom prst="rect">
            <a:avLst/>
          </a:prstGeom>
          <a:solidFill>
            <a:srgbClr val="A7BEAE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5" name="Text 3"/>
          <p:cNvSpPr/>
          <p:nvPr/>
        </p:nvSpPr>
        <p:spPr>
          <a:xfrm>
            <a:off x="457200" y="28864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</a:rPr>
              <a:t>11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28864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Conclusiones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837282"/>
            <a:ext cx="8229600" cy="694944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A7BEA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038450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89214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Reutilización sistemática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51560" y="1166466"/>
            <a:ext cx="7452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E8D1"/>
                </a:solidFill>
              </a:rPr>
              <a:t>Las features comunes se implementan una sola vez y se comparten entre todos los productos de la LPS.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1632810"/>
            <a:ext cx="8229600" cy="694944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A7BEA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833978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51560" y="168767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Variabilidad controlada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051560" y="1961994"/>
            <a:ext cx="7452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E8D1"/>
                </a:solidFill>
              </a:rPr>
              <a:t>El Feature Model garantiza que solo se generan configuraciones válidas según las reglas del negocio.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7200" y="2428338"/>
            <a:ext cx="8229600" cy="694944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A7BEA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629506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51560" y="248320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Reducción de costos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1051560" y="2757522"/>
            <a:ext cx="7452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E8D1"/>
                </a:solidFill>
              </a:rPr>
              <a:t>El break-even se alcanza al 4° producto, con un ahorro de $2,500 por sistema adicional.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" y="3223866"/>
            <a:ext cx="8229600" cy="694944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A7BEA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425034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51560" y="327873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Escalabilidad del dominio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1051560" y="3553050"/>
            <a:ext cx="7452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E8D1"/>
                </a:solidFill>
              </a:rPr>
              <a:t>Agregar nuevos tipos de restaurante requiere solo una configuración, no un nuevo proyecto.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57200" y="4019394"/>
            <a:ext cx="8229600" cy="694944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A7BEA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220562"/>
            <a:ext cx="292608" cy="29260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51560" y="407425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Calidad y consistencia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1051560" y="4348578"/>
            <a:ext cx="7452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E8D1"/>
                </a:solidFill>
              </a:rPr>
              <a:t>La arquitectura de referencia C4 asegura coherencia estructural en todos los productos derivados.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457200" y="472348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¡Gracias!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818</Words>
  <Application>Microsoft Office PowerPoint</Application>
  <PresentationFormat>Presentación en pantalla (16:9)</PresentationFormat>
  <Paragraphs>236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Línea de Productos de Software — Sistemas de Gestión de Restaurantes</dc:title>
  <dc:subject>PptxGenJS Presentation</dc:subject>
  <dc:creator>Ulises Valencia</dc:creator>
  <cp:lastModifiedBy>Johanna Puerchambud</cp:lastModifiedBy>
  <cp:revision>1</cp:revision>
  <dcterms:created xsi:type="dcterms:W3CDTF">2026-05-10T16:33:03Z</dcterms:created>
  <dcterms:modified xsi:type="dcterms:W3CDTF">2026-05-10T17:32:31Z</dcterms:modified>
</cp:coreProperties>
</file>